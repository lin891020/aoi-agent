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  <a:p/>
          <a:p>
            <a:r>
              <a:t>Q：你怎麼確定那個兩倍是資料的問題，不是你的模型的問題？</a:t>
            </a:r>
          </a:p>
          <a:p>
            <a:r>
              <a:t>A：09-01 用完全不同的方法量到同一件事。一棵梯度提升樹、30 個手工幾何特徵，跟 ResNet 不共用任何權重、架構或訓練流程——三個 seed 在 trainval 的驗證半邊都省 28.6 到 30.2%，在 test 上只有 15.9 到 21.3%，一樣是好一半。兩種方法碰到同一堵牆，那就不是模型的性質，是切分的性質。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白話：三種方法都說「trainval 比較容易」，但沒有一個說為什麼。量出來的答案是：整個差距是 3,018 個裡的十個區域，而它們把門檻往上頂，門檻再決定省掉多少人工。</a:t>
            </a:r>
          </a:p>
          <a:p/>
          <a:p>
            <a:r>
              <a:t>講稿 1. 三種方法都量到 trainval 比較容易，但沒有一個說為什麼。而『為什麼』會改變我下一步做什麼。</a:t>
            </a:r>
          </a:p>
          <a:p>
            <a:r>
              <a:t>講稿 2. 四個讀法，第四個是決定性的：把 test 配平成 trainval 的類別和尺寸組成再算一次。如果差距消失，那是組成問題不是難度問題。</a:t>
            </a:r>
          </a:p>
          <a:p>
            <a:r>
              <a:t>講稿 3. 結果三個假設全錯。到 95 分位 test 上模型反而比較好；配平之後反而更差；差距全在最後 1% 的尾巴，總共十個瑕疵、八片板。</a:t>
            </a:r>
          </a:p>
          <a:p>
            <a:r>
              <a:t>講稿 4. 但最有價值的是它接起來的那句話：幾個瑕疵把門檻頂上去，門檻決定能丟掉多少誤報。所以樹那次量到的上千個候選的差距，跟這裡的十個瑕疵是同一件事的兩端。</a:t>
            </a:r>
          </a:p>
          <a:p/>
          <a:p>
            <a:r>
              <a:t>面試官會問：</a:t>
            </a:r>
          </a:p>
          <a:p>
            <a:r>
              <a:t>Q：那你把那八片板拿掉不就好了？</a:t>
            </a:r>
          </a:p>
          <a:p>
            <a:r>
              <a:t>A：產線上拿不掉。而且更嚴重的是方法問題：照『哪幾片漏了』來挑要拿掉哪幾片，就是在我要報成績的那份資料上做選擇——那正是 08-31 那條 invariant 在防的事，只是換了件衣服。這是診斷不是修法。</a:t>
            </a:r>
          </a:p>
          <a:p/>
          <a:p>
            <a:r>
              <a:t>Q：十個瑕疵而已，那這個差距是不是根本不重要？</a:t>
            </a:r>
          </a:p>
          <a:p>
            <a:r>
              <a:t>A：不能這樣讀，兩個理由。第一，三個不共用失敗模式的方法都獨立找到它。第二，它雖然小，但它決定的是門檻，而門檻決定的是上千個誤報要不要丟掉——樹那次驗證半邊 28.6% 對 test 15.9%，那是幾千個候選的差距。小的尾巴推動大的後果，這正是操作點的結構。</a:t>
            </a:r>
          </a:p>
          <a:p/>
          <a:p>
            <a:r>
              <a:t>Q：機率沒校準會不會就是這個差距的原因？</a:t>
            </a:r>
          </a:p>
          <a:p>
            <a:r>
              <a:t>A：量過了，不是。三個 seed 配出來的溫度是 1.035、1.054、0.973——有一個小於 1，所以模型連一致地過度自信都沒有——而校準前的測試 ECE 只有 0.003 到 0.008。校準前後漏檢率幾乎不動。所以我文件裡原本掛著的『該補 temperature scaling』是以量測結案的：不需要，不是還沒做。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漏網下省掉多少）量六種做法。輸入裡有沒有樣板、起點是不是預訓練的，比網路多大重要得多。</a:t>
            </a:r>
          </a:p>
          <a:p/>
          <a:p>
            <a:r>
              <a:t>講稿 1. 「為什麼是這個模型」的答案在這張表：同一把尺量六種做法，沒有一種是換更大的網路。</a:t>
            </a:r>
          </a:p>
          <a:p>
            <a:r>
              <a:t>講稿 2. 地板有兩個。弱的那個只算差異圖的統計，1.3%——但那是稻草人，候選本來就是靠差異大挑出來的。強的那個看形狀：30 個幾何特徵加一棵樹，16.70%。</a:t>
            </a:r>
          </a:p>
          <a:p>
            <a:r>
              <a:t>講稿 3. 所以正確的講法是 3.1 倍，不是 40 倍。而網路贏的那 36 分是對一個站得住的對手贏的。</a:t>
            </a:r>
          </a:p>
          <a:p>
            <a:r>
              <a:t>講稿 4. 剩下四列各拿掉一樣東西：拿掉 ImageNet 起點剩 42.3%，拿掉樣板通道剩 2.8%，整條換成偵測器的信心 1.2%。關鍵不是網路多大。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Q：地板是怎麼算的？兩個地板差在哪？</a:t>
            </a:r>
          </a:p>
          <a:p>
            <a:r>
              <a:t>A：弱的那個是差異圖上不用模型就能算的純量——平均、最大、前 32/64/128 個像素的和——最好的在 ≤0.5% 下是 1.3%，另外放一個沒訊號的常數分數當對照組，省 0.0%。但它是稻草人：候選正是 AOI 靠「差異大」挑出來的，再拿差異量排序等於問一個上游已經答過的問題。強的那個補上它丟掉的東西——形狀：30 個幾何特徵加一棵梯度提升樹，16.70%（三個 seed 15.94 到 21.28）。所以我引用的倍率是 3.1 倍。</a:t>
            </a:r>
          </a:p>
          <a:p/>
          <a:p>
            <a:r>
              <a:t>Q：那棵樹是靠哪些特徵贏的？</a:t>
            </a:r>
          </a:p>
          <a:p>
            <a:r>
              <a:t>A：三個 seed 的重要度前兩名都一樣：blob_distance_to_edge 和 elongation——差異塊離樣板邊緣多近、多長多細。那正是「誤報是對位殘差留在走線邊的細條、瑕疵是塊狀」這個假設，被量出來而不是被斷言。而我本來以為會最重要的那個（待測比樣板多銅還少銅）幾乎沒進榜——明顯有意義和在這裡有鑑別力是兩件事。</a:t>
            </a:r>
          </a:p>
          <a:p/>
          <a:p>
            <a:r>
              <a:t>Q：二值化的板子差異圖跟 ImageNet 一點都不像，預訓練憑什麼有用？</a:t>
            </a:r>
          </a:p>
          <a:p>
            <a:r>
              <a:t>A：我也這樣懷疑，所以量了。三個 seed、每個 seed 內兩邊用同一份切分，ImageNet 贏 6.71 / 18.07 / 10.46 分，全同方向；尺是「什麼都不改」的 seed 離散度 3.1 分。而且它買到的不只是分數：隨機起點那邊三個 seed 跨 8.7 分，ImageNet 那邊只跨 3.1，重訓一次會跳多少差三倍。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那個兩倍差距是什麼？十個瑕疵，八片板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十個瑕疵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整個泛化差距的大小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八片板 /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它們坐在哪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到 95 分位 test 還比較好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所以不是「比較難」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當時要回答的問題是：三個獨立量測都指出 trainval 的板子比官方測試板容易，但『為什麼』會改變下一步。是少數幾片難的板（那要換更大的測試集）、整體都難（那是官方切分的性質，只能承認）、還是組成不同（那是算術，不是難度）？我在同一個門檻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上比對兩邊，用五折 out-of-fold 對上出貨 checkpoint——那正是出貨程序自己配對的方式；如果三個假設都對不上，就算這個實驗失敗。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918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四個讀法。一、模型給瑕疵的 P(false call) 分位數，因為門檻切的就是這個數。二、漏檢集中在幾片板。三、要拿掉幾片最差的板才追平。四、決定性的：把 test 的瑕疵重新加權成 trainval 自己的（類別 × 尺寸三分位）組成再算一次——如果配平就消失，那是組成不是難度。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788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1788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trainval out-of-fold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21/6,569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；test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20/3,018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。分位數：到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為止 test 反而比較好（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分位分開（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0.5630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0.2239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）。拿掉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片裡最差的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片就追平。配平之後變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0.739%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，比原本更差。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0292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0657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657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三個假設全錯。不是整體比較難——到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 test 還比較好；不是組成——配平之後反而更糟，所以 test 的組成其實略微有利；是最後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的尾巴。用 trainval 的比率算 test 應該漏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個，它漏了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達標和不達標之間是十個區域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9161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527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9527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兩件事。第一，這就是第一條 invariant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起一定帶區間的原因——預算是被一個數得出來的尾巴決定的。第二，它把操作點的兩半接起來了：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幾個瑕疵決定門檻，門檻決定省掉多少人工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。而它不允許任何修法——八片板可以離開報告，不能離開產線，而且照『哪幾片漏了』來挑，就是在報告的那份資料上選，換件衣服而已。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為什麼是這個模型：六個對照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弱地板：候選本來就是靠「差異大」挑的，再排一次沒有資訊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幾何特徵 30 個 + 梯度提升樹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16.70%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真地板：形狀看得見。三個 seed 15.94–21.28%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52.79%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ResNet-18，隨機初始化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42.32%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同一份切分內配對、三個 seed 全同方向；免費的 ImageNet 起點值 10 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09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地板換了，倍率就從 40 倍變 3.1 倍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是稻草人，因為它排序用的正是候選被挑出來的那個量；真正該比的是看得見形狀的那個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預訓練那一列的準確率只差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97.2–98.6%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）而操作點差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分——只看準確率會下「沒差」的結論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
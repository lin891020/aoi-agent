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白話：這不是一份成果簡報，是一份「做了什麼實驗、量到什麼、錯在哪」的紀錄。</a:t>
            </a:r>
          </a:p>
          <a:p/>
          <a:p>
            <a:r>
              <a:t>講稿 1. 這份投影片講的是一個 PCB 光學檢測的複判系統，九天做出來的。</a:t>
            </a:r>
          </a:p>
          <a:p>
            <a:r>
              <a:t>講稿 2. 我不會照時間講，會照系統的五層講：每一層都是同一個節奏——為什麼做、怎麼設計、量到什麼、錯在哪、留下什麼規則。</a:t>
            </a:r>
          </a:p>
          <a:p>
            <a:r>
              <a:t>講稿 3. 有九頁標了星號，那是十分鐘的主線；其他頁是被追問的時候翻的。</a:t>
            </a:r>
          </a:p>
          <a:p>
            <a:r>
              <a:t>講稿 4. 所有數字都在 repo 的 docs/benchmarks.md 裡，只增不改。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白話：在漏網率不超過千分之五的前提下，省掉一半的人工複判——而且每個數字都有出處。</a:t>
            </a:r>
          </a:p>
          <a:p/>
          <a:p>
            <a:r>
              <a:t>講稿 1. 主管只有三十秒的話，看這一頁。</a:t>
            </a:r>
          </a:p>
          <a:p>
            <a:r>
              <a:t>講稿 2. 頭條是 55.6%，但它旁邊永遠帶三個東西：那個門檻怎麼選的、它的漏網率、還有分類別的最差值。</a:t>
            </a:r>
          </a:p>
          <a:p>
            <a:r>
              <a:t>講稿 3. 第二行是我最想講的：0.50% 是這個資料集剛好的數字，讀成未知資料的比例，區間到 0.82%，就不能說一定在預算內。</a:t>
            </a:r>
          </a:p>
          <a:p>
            <a:r>
              <a:t>講稿 4. 最後一行是這個專案怎麼工作的方式：測試不需要模型，數字不會脫離它的 run。</a:t>
            </a:r>
          </a:p>
          <a:p/>
          <a:p>
            <a:r>
              <a:t>面試官會問：</a:t>
            </a:r>
          </a:p>
          <a:p>
            <a:r>
              <a:t>Q：55.6% 是怎麼算的？</a:t>
            </a:r>
          </a:p>
          <a:p>
            <a:r>
              <a:t>A：在 7,322 個 AOI 候選裡，模型以 P(false call) ≥ 0.912 排掉的比例。那個門檻是在 trainval 上用五折交叉驗證選的，6,569 個缺陷支撐這個選擇，test 這份切分完全沒參與。</a:t>
            </a:r>
          </a:p>
          <a:p/>
          <a:p>
            <a:r>
              <a:t>Q：為什麼不報準確率？</a:t>
            </a:r>
          </a:p>
          <a:p>
            <a:r>
              <a:t>A：準確率 96.5% 把漏一個缺陷和多看一個誤報算成一樣的錯；產線上漏一片是出貨事故、多看一個是幾秒。所以頭條是操作點，不是準確率。</a:t>
            </a:r>
          </a:p>
          <a:p/>
          <a:p>
            <a:r>
              <a:t>Q：0.82% 是什麼？</a:t>
            </a:r>
          </a:p>
          <a:p>
            <a:r>
              <a:t>A：15/3,018 的 95% 信賴區間上緣。它說的是：這個 split 剛好 0.50%，但換一批板子可能超過 0.5% 的預算，我不能保證。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白話：檢測機為了不漏，把每一個可疑的地方都圈起來，結果六成是假的，每一個都要人看。</a:t>
            </a:r>
          </a:p>
          <a:p/>
          <a:p>
            <a:r>
              <a:t>講稿 1. 產線上的 AOI 是故意調得很敏感的，因為漏一個缺陷是出貨事故。</a:t>
            </a:r>
          </a:p>
          <a:p>
            <a:r>
              <a:t>講稿 2. 代價是六成紅框是誤報，每一個都要作業員看一眼。</a:t>
            </a:r>
          </a:p>
          <a:p>
            <a:r>
              <a:t>講稿 3. 這決定了整個專案的評分方式：不是準確率，是在漏網率預算下省掉多少人工。</a:t>
            </a:r>
          </a:p>
          <a:p>
            <a:r>
              <a:t>講稿 4. 我把這個寫成專案的第一條 invariant，後面每一個實驗都用這把尺量。</a:t>
            </a:r>
          </a:p>
          <a:p/>
          <a:p>
            <a:r>
              <a:t>面試官會問：</a:t>
            </a:r>
          </a:p>
          <a:p>
            <a:r>
              <a:t>Q：為什麼說 41.2% 這個比例不會轉移到真產線？</a:t>
            </a:r>
          </a:p>
          <a:p>
            <a:r>
              <a:t>A：真產線的 AOI 誤報是真缺陷的一到兩個數量級。我量過：漏網率不受 prevalence 影響（分母是缺陷數），但省掉的人工比例會隨誤報比例上升，55.6% 是下限；在 0.5% prevalence 下是 89.0%。</a:t>
            </a:r>
          </a:p>
          <a:p/>
          <a:p>
            <a:r>
              <a:t>Q：你怎麼決定 0.5% 這個預算？</a:t>
            </a:r>
          </a:p>
          <a:p>
            <a:r>
              <a:t>A：它來自我自己寫的品質文件 QP-110——這個專案的驗收標準全是自撰的，不是 IPC-A-610，因為那是有版權的。預算是一個輸入，不是我調出來的。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白話：一個紅框進來，先被幾毫秒的模型分成三種：明顯誤報、明顯缺陷、看不準；看不準的才走到 agent，agent 寫完說明交給人。</a:t>
            </a:r>
          </a:p>
          <a:p/>
          <a:p>
            <a:r>
              <a:t>頁面上只有圖；要點：</a:t>
            </a:r>
          </a:p>
          <a:p>
            <a:r>
              <a:t>• 相減前端：樣板減待測，產生候選（也就是「AOI」）</a:t>
            </a:r>
          </a:p>
          <a:p>
            <a:r>
              <a:t>• 複判模型：ResNet-18 看每個候選，給 P(false call) 和六類機率</a:t>
            </a:r>
          </a:p>
          <a:p>
            <a:r>
              <a:t>• 門檻與路由：兩個數字決定誰直接處置、誰交給人</a:t>
            </a:r>
          </a:p>
          <a:p>
            <a:r>
              <a:t>• Agent 與站台：LLM 寫說明、人做判定、每個判定記名字和模型版本</a:t>
            </a:r>
          </a:p>
          <a:p>
            <a:r>
              <a:t>• /ask：主管問一句話，系統規劃查詢、驗證、查完畫圖寫答案</a:t>
            </a:r>
          </a:p>
          <a:p/>
          <a:p>
            <a:r>
              <a:t>講稿 1. 五層，由左往右。前兩層是視覺，中間是兩個門檻，後兩層是語言模型和人。</a:t>
            </a:r>
          </a:p>
          <a:p>
            <a:r>
              <a:t>講稿 2. 關鍵的設計在中間：語言模型不在決策路上，它只在「看不準」那一支寫說明。</a:t>
            </a:r>
          </a:p>
          <a:p>
            <a:r>
              <a:t>講稿 3. 這張圖是 docs 裡的，之後兩張流程圖是從程式的常數產生的，改了程式圖就跟著變。</a:t>
            </a:r>
          </a:p>
          <a:p>
            <a:r>
              <a:t>講稿 4. 後面每一層一個循環，我從左邊開始。</a:t>
            </a:r>
          </a:p>
          <a:p/>
          <a:p>
            <a:r>
              <a:t>面試官會問：</a:t>
            </a:r>
          </a:p>
          <a:p>
            <a:r>
              <a:t>Q：LLM 在這個系統裡做什麼？</a:t>
            </a:r>
          </a:p>
          <a:p>
            <a:r>
              <a:t>A：只做一件事：對 17.8% 進到它那一支的區域寫一段給作業員看的說明。判定是分類器的信心決定的，量過 LLM 決定會比較差。</a:t>
            </a:r>
          </a:p>
          <a:p/>
          <a:p>
            <a:r>
              <a:t>Q：哪一層最貴？</a:t>
            </a:r>
          </a:p>
          <a:p>
            <a:r>
              <a:t>A：時間上是 LLM：一段說明中文約 17 秒。但 85.9% 的區域根本不經過它，一個候選在複判模型上是 2.5 ms。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白話：分類器先判，兩個門檻決定誰直接處置；看不準的拿脈絡、請 LLM 寫說明，最後交給人——而且交給人的那一步會存檔，程式重啟還在。</a:t>
            </a:r>
          </a:p>
          <a:p/>
          <a:p>
            <a:r>
              <a:t>頁面上只有圖；要點：</a:t>
            </a:r>
          </a:p>
          <a:p>
            <a:r>
              <a:t>• classify → 依信心分路：P(誤判) ≥ 0.912 排除、缺陷 ≥ 0.947 且非 open 確認——85.9% 在這裡結束</a:t>
            </a:r>
          </a:p>
          <a:p>
            <a:r>
              <a:t>• 其餘：取得脈絡（3 個 MCP 工具，標準依類別限定）→ LLM 寫說明（僅說明，60 秒上限）→ 信心 ≥ 0.912 決定，否則交給人</a:t>
            </a:r>
          </a:p>
          <a:p>
            <a:r>
              <a:t>• 交給人 = LangGraph interrupt()，checkpoint 存 SQLite；作業員兩天後回來續跑，不重跑工具</a:t>
            </a:r>
          </a:p>
          <a:p/>
          <a:p>
            <a:r>
              <a:t>講稿 1. 這張是處置路徑，程式自己畫的。</a:t>
            </a:r>
          </a:p>
          <a:p>
            <a:r>
              <a:t>講稿 2. 第一個菱形是兩個門檻：夠像誤判就排除、夠像缺陷就確認，八成二在這裡結束，沒碰語言模型。</a:t>
            </a:r>
          </a:p>
          <a:p>
            <a:r>
              <a:t>講稿 3. 剩下的拿產線脈絡和驗收標準、請 LLM 寫一段說明，然後還是用分類器的信心決定——LLM 不在決策格子裡。</a:t>
            </a:r>
          </a:p>
          <a:p>
            <a:r>
              <a:t>講稿 4. 交給人那個框是 interrupt，存 SQLite，程式重啟還在；死掉的升級只是穿著 graph 衣服的 prompt。</a:t>
            </a:r>
          </a:p>
          <a:p/>
          <a:p>
            <a:r>
              <a:t>面試官會問：</a:t>
            </a:r>
          </a:p>
          <a:p>
            <a:r>
              <a:t>Q：圖上哪一格是 LLM 決定的？</a:t>
            </a:r>
          </a:p>
          <a:p>
            <a:r>
              <a:t>A：沒有。兩個菱形都讀分類器的信心（0.912 / 0.947），LLM 只在「產生說明」那一格；量過它決定會比較差（71.7% 對 85.0%）。</a:t>
            </a:r>
          </a:p>
          <a:p/>
          <a:p>
            <a:r>
              <a:t>Q：為什麼要 checkpoint 到 SQLite？</a:t>
            </a:r>
          </a:p>
          <a:p>
            <a:r>
              <a:t>A：因為作業員可能兩天後才回來答。InMemorySaver 跟著 CLI 一起死，那個升級就消失了；SQLite checkpoint 讓它活過程序重啟，第二個程序 resume 過，測試釘著。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白話：模型只做兩件事——決定查什麼、把結果寫成話；中間的驗證、平行查詢、畫圖、存檔都是程式。</a:t>
            </a:r>
          </a:p>
          <a:p/>
          <a:p>
            <a:r>
              <a:t>頁面上只有圖；要點：</a:t>
            </a:r>
          </a:p>
          <a:p>
            <a:r>
              <a:t>• 規劃（LLM #1）→ 驗證：工具名、參數名、參數值都對照真實簽名與值域，L4 這種不存在的產線直接拒絕、不重試</a:t>
            </a:r>
          </a:p>
          <a:p>
            <a:r>
              <a:t>• Send 平行展開——因為那幾個事實彼此獨立，不是為了快；工具幾毫秒，模型呼叫二十幾秒</a:t>
            </a:r>
          </a:p>
          <a:p>
            <a:r>
              <a:t>• 收集 → 圖從結果的形狀推（模型不能選圓餅圖）→ 撰寫（LLM #2）→ 存 analysis_runs，圖從存的資料重畫、不重跑計畫</a:t>
            </a:r>
          </a:p>
          <a:p/>
          <a:p>
            <a:r>
              <a:t>講稿 1. 這張是 /ask 的路徑。</a:t>
            </a:r>
          </a:p>
          <a:p>
            <a:r>
              <a:t>講稿 2. 規劃器寫一份型別化計畫，驗證器對照真實的工具簽名和資料庫裡真的存在的值，不存在就拒絕，不重試。</a:t>
            </a:r>
          </a:p>
          <a:p>
            <a:r>
              <a:t>講稿 3. 平行展開是因為那幾個查詢彼此獨立，不是加速；每次 run 都記工具總時間和最長分支，不准把它說成加速。</a:t>
            </a:r>
          </a:p>
          <a:p>
            <a:r>
              <a:t>講稿 4. 圖是從結果的形狀推的，答案存在 analysis_runs，之後重畫圖不重跑模型。</a:t>
            </a:r>
          </a:p>
          <a:p/>
          <a:p>
            <a:r>
              <a:t>面試官會問：</a:t>
            </a:r>
          </a:p>
          <a:p>
            <a:r>
              <a:t>Q：為什麼分析路徑沒有 checkpointer？</a:t>
            </a:r>
          </a:p>
          <a:p>
            <a:r>
              <a:t>A：因為它沒有任何地方會停下來等人。處置路徑要等作業員判，可能等兩天，所以要 SQLite checkpoint；/ask 什麼都不處置，需要的是可重現，所以存的是 analysis_runs 表，圖從存的資料重畫，不重跑計畫。</a:t>
            </a:r>
          </a:p>
          <a:p/>
          <a:p>
            <a:r>
              <a:t>Q：Send 平行展開是為了快嗎？</a:t>
            </a:r>
          </a:p>
          <a:p>
            <a:r>
              <a:t>A：不是。工具幾毫秒，兩次模型呼叫二十幾秒，省下的是雜訊。展開是因為那幾個事實彼此獨立，這是工作的形狀。每次 run 都記 tools_wall 和最長分支，不准把它說成加速。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白話：誤報不能用捏造的，要用真的 AOI 邏輯生出來；所以先證明「相減」找得到瑕疵，再談後面的模型。</a:t>
            </a:r>
          </a:p>
          <a:p/>
          <a:p>
            <a:r>
              <a:t>講稿 1. 第一層是最土的 AOI：樣板減待測，差異夠大就圈起來。</a:t>
            </a:r>
          </a:p>
          <a:p>
            <a:r>
              <a:t>講稿 2. 我先做一個閘門，證明它在這個資料集上找得到瑕疵，才開始訓練模型——不然後面訓的模型是在學一個假問題。</a:t>
            </a:r>
          </a:p>
          <a:p>
            <a:r>
              <a:t>講稿 3. 它過了，但我當時沒寫下它為什麼會過，這個代價在第 13 頁付。</a:t>
            </a:r>
          </a:p>
          <a:p>
            <a:r>
              <a:t>講稿 4. 誤報是用這個邏輯真的生出來的，不是隨機造的，這是這個資料集能拿來做複判的前提。</a:t>
            </a:r>
          </a:p>
          <a:p/>
          <a:p>
            <a:r>
              <a:t>面試官會問：</a:t>
            </a:r>
          </a:p>
          <a:p>
            <a:r>
              <a:t>Q：為什麼不直接拿標註的缺陷框訓練模型？</a:t>
            </a:r>
          </a:p>
          <a:p>
            <a:r>
              <a:t>A：因為那樣就沒有誤報。複判模型要學的是「AOI 圈出來的東西裡哪些是假的」，7,322 個候選裡 4,304 個是相減真的圈出來的誤報，不是隨機造的，不然分佈是編的。</a:t>
            </a:r>
          </a:p>
          <a:p/>
          <a:p>
            <a:r>
              <a:t>Q：這個閘門後來有沒有出過事？</a:t>
            </a:r>
          </a:p>
          <a:p>
            <a:r>
              <a:t>A：有，08-26 拿真的照片資料集 HRIPCB 跑，任何門檻都過不了：門檻 60 只抓到 16.9% 的瑕疵。相減的適用範圍是二值化影像，這句是量出來才寫進文件的。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白話：我把「框畫得不夠緊」當成「沒抓到」，把整線漏網率高估了九倍——修正後反而更好看，所以更要講。</a:t>
            </a:r>
          </a:p>
          <a:p/>
          <a:p>
            <a:r>
              <a:t>講稿 1. 這是我在專案裡犯的第一個大錯，也是面試我最想主動講的。</a:t>
            </a:r>
          </a:p>
          <a:p>
            <a:r>
              <a:t>講稿 2. 我把整線漏網率算成 5.4%，其實是 0.61%——差九倍，而且我一開始的錯讓數字比較難看，改對之後變好看。</a:t>
            </a:r>
          </a:p>
          <a:p>
            <a:r>
              <a:t>講稿 3. 怎麼發現的：重算時改成按缺陷數，157 個 IoU 沒過的框裡 150 個其實有候選壓在上面，那是框畫多緊，不是有沒有抓到。</a:t>
            </a:r>
          </a:p>
          <a:p>
            <a:r>
              <a:t>講稿 4. 留下的規則是兩個數字永遠分開報：一個是牆，一個是旋鈕。</a:t>
            </a:r>
          </a:p>
          <a:p/>
          <a:p>
            <a:r>
              <a:t>面試官會問：</a:t>
            </a:r>
          </a:p>
          <a:p>
            <a:r>
              <a:t>Q：你怎麼發現 5.4% 是錯的？</a:t>
            </a:r>
          </a:p>
          <a:p>
            <a:r>
              <a:t>A：重算時改成按缺陷數而不是按框：157 個 IoU 沒過 0.33 的缺陷裡，150 個其實有候選壓在上面。那個 print 是框畫得多緊的統計，不是偵測失敗。</a:t>
            </a:r>
          </a:p>
          <a:p/>
          <a:p>
            <a:r>
              <a:t>Q：為什麼要分成 0.22% 和 0.38% 兩個數字？</a:t>
            </a:r>
          </a:p>
          <a:p>
            <a:r>
              <a:t>A：因為它們的修法不同。0.22% 是 AOI 沒圈到、模型永遠救不了，那是牆；0.38% 是模型排掉的、門檻往上調就會變小，那是旋鈕。合成一個 0.61% 就看不出哪個能動。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白話：樣板和待測板差幾個像素，相減就滿版都是假警報；對位把它修回來，但只修它真的會修的那種。</a:t>
            </a:r>
          </a:p>
          <a:p/>
          <a:p>
            <a:r>
              <a:t>講稿 1. 真產線的板子不會剛好對齊，差幾個像素相減就滿版假警報。</a:t>
            </a:r>
          </a:p>
          <a:p>
            <a:r>
              <a:t>講稿 2. 我先量它值多少：位移 4 px，recall 掉 4.6 點，而且是在任何門檻之前就輸掉的。</a:t>
            </a:r>
          </a:p>
          <a:p>
            <a:r>
              <a:t>講稿 3. 然後做對位，只修平移。旋轉故意不修，因為量了它修不了。</a:t>
            </a:r>
          </a:p>
          <a:p>
            <a:r>
              <a:t>講稿 4. 這一層的錯是 docstring 寫「信心夠當守門」，量了發現有兩個離譜的估計信心也很低，但另外兩個不低——所以三個拒絕條件各自獨立。</a:t>
            </a:r>
          </a:p>
          <a:p/>
          <a:p>
            <a:r>
              <a:t>面試官會問：</a:t>
            </a:r>
          </a:p>
          <a:p>
            <a:r>
              <a:t>Q：為什麼不做次像素對位？</a:t>
            </a:r>
          </a:p>
          <a:p>
            <a:r>
              <a:t>A：因為影像是二值的，warp 半個像素會在每條邊寫出灰階，相減之後每條邊都變成候選。量過：60 個已對齊的 pair 裡 17 個被修得更差。</a:t>
            </a:r>
          </a:p>
          <a:p/>
          <a:p>
            <a:r>
              <a:t>Q：旋轉怎麼辦？</a:t>
            </a:r>
          </a:p>
          <a:p>
            <a:r>
              <a:t>A：不辦，而且文件說明白它不辦：1.0° 的 pair 候選數是對齊的兩倍。真產線要靠機構或更貴的對位，這一層不假裝。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白話：模型看的是三張小圖疊在一起：樣板、待測、差異；它學的是「這個紅框是假的嗎、如果是真的是哪一類」。</a:t>
            </a:r>
          </a:p>
          <a:p/>
          <a:p>
            <a:r>
              <a:t>講稿 1. 模型很小，重點在輸入怎麼設計。</a:t>
            </a:r>
          </a:p>
          <a:p>
            <a:r>
              <a:t>講稿 2. 三個通道：樣板、待測、差異。差異是 AOI 自己的訊號，樣板是「這裡本來該長怎樣」的參考。</a:t>
            </a:r>
          </a:p>
          <a:p>
            <a:r>
              <a:t>講稿 3. 驗證集按板子切，不按 patch 切，因為同一片板的 patch 幾乎一樣，混著切分數會虛高。</a:t>
            </a:r>
          </a:p>
          <a:p>
            <a:r>
              <a:t>講稿 4. 樣板通道是關鍵這件事，是後來拿沒有樣板的照片訓同一個模型、只剩 2.8% 才反過來證明的。</a:t>
            </a:r>
          </a:p>
          <a:p/>
          <a:p>
            <a:r>
              <a:t>面試官會問：</a:t>
            </a:r>
          </a:p>
          <a:p>
            <a:r>
              <a:t>Q：為什麼是 ResNet-18 不是更大的模型？</a:t>
            </a:r>
          </a:p>
          <a:p>
            <a:r>
              <a:t>A：因為瓶頸不在模型容量。一個候選 CPU 2.5 ms，一片板 20 個候選 50 ms，週期是 10 秒。剩下的漏網是 confident errors，換大模型不解決那個。</a:t>
            </a:r>
          </a:p>
          <a:p/>
          <a:p>
            <a:r>
              <a:t>Q：為什麼驗證集要按板子切？</a:t>
            </a:r>
          </a:p>
          <a:p>
            <a:r>
              <a:t>A：同一片板上 10 到 30 個 patch 背景幾乎一樣，按 patch 隨機切等於訓練集看過驗證集的背景，分數會虛高。按板子切，一片板的所有 patch 只在一邊。</a:t>
            </a:r>
          </a:p>
          <a:p/>
          <a:p>
            <a:r>
              <a:t>Q：三個通道少一個會怎樣？</a:t>
            </a:r>
          </a:p>
          <a:p>
            <a:r>
              <a:t>A：08-28 做過沒有樣板通道的版本（偵測器的 crop）：同一個架構，在 ≤0.5% 漏網下只省 2.8%。樣板通道不是方便，是必要。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白話：曲線上每一點是一個門檻。挑哪一點是一個決定，而那個決定不能用「等一下要拿來報告成績」的那份資料來做。</a:t>
            </a:r>
          </a:p>
          <a:p/>
          <a:p>
            <a:r>
              <a:t>講稿 1. 先講這張圖在回答什麼：漏檢率在這個系統裡不是一個指標，是一個預算。代價不對稱——漏一片是那片板子出貨了，多報一次是作業員三秒——所以我從來不報準確率。</a:t>
            </a:r>
          </a:p>
          <a:p>
            <a:r>
              <a:t>講稿 2. 橫軸漏檢率、縱軸省掉的人工，門檻掃過去就是這條線。曲線上最好的那一點是 0.961，52.8% 而且剛好達標——那是這份切分能達到的上限，作為引擎之間的比較很公平，但它是在這份切分上挑的，所以不能同時當部署數字。</a:t>
            </a:r>
          </a:p>
          <a:p>
            <a:r>
              <a:t>講稿 3. 所以選門檻用另一份資料：五折交叉驗證，每折用沒訓練過那折的模型預測，6,569 個缺陷合起來選，取區間上緣不取點估計，因為預算是對還沒看過的缺陷的承諾。選出來是 0.912。</a:t>
            </a:r>
          </a:p>
          <a:p>
            <a:r>
              <a:t>講稿 4. 在這份沒參與選擇的切分上，0.912 省 55.6% 的人工、漏 0.66%——超過 0.5%。按缺陷數算是 0.35%、整線 0.51%，兩個讀法都印在頭條旁邊。</a:t>
            </a:r>
          </a:p>
          <a:p>
            <a:r>
              <a:t>講稿 5. 最後一件事比門檻本身重要：選擇集估 0.32%、test 實測 0.66%，每個門檻都是同一個兩倍，兩邊類別組成也一樣。那是一個泛化差距的量測——trainval 的板子比官方測試板容易，而差距集中在 open 和 short。</a:t>
            </a:r>
          </a:p>
          <a:p/>
          <a:p>
            <a:r>
              <a:t>面試官會問：</a:t>
            </a:r>
          </a:p>
          <a:p>
            <a:r>
              <a:t>Q：漏檢率重要嗎？為什麼不報準確率？</a:t>
            </a:r>
          </a:p>
          <a:p>
            <a:r>
              <a:t>A：它不是重要的指標之一，它是預算——其他每個數字都是在它固定之後才有意義。代價不對稱：漏一片是出貨，多報一次是三秒。準確率把這兩種錯當成一樣重，整條產線的取捨在那個數字上是看不見的。</a:t>
            </a:r>
          </a:p>
          <a:p/>
          <a:p>
            <a:r>
              <a:t>Q：為什麼要換掉 52.8%？</a:t>
            </a:r>
          </a:p>
          <a:p>
            <a:r>
              <a:t>A：因為那個門檻是在報成績的同一份切分上掃出來的——一份資料同時做了選超參數和報成績兩件事。作為引擎之間的比較它是公平的，四個引擎各拿自己的最佳點；作為部署數字不行，因為那個點是看著這份資料挑的。</a:t>
            </a:r>
          </a:p>
          <a:p/>
          <a:p>
            <a:r>
              <a:t>Q：那為什麼不乾脆調到達標為止？</a:t>
            </a:r>
          </a:p>
          <a:p>
            <a:r>
              <a:t>A：那會把剛拆開的兩件事又併回去。門檻只能用選擇集選，test 只能用來報告。所以現在有兩個測試故意斷言相反的方向——「aggregate 未達標」「出貨門檻在 test 上超標」——把門檻調到這份切分達標為止會讓測試變紅。</a:t>
            </a:r>
          </a:p>
          <a:p/>
          <a:p>
            <a:r>
              <a:t>Q：那預算到底達不達標？</a:t>
            </a:r>
          </a:p>
          <a:p>
            <a:r>
              <a:t>A：看怎麼數。按候選 0.66%，超標；按缺陷——QP-110 的原文寫法——複判模型 0.35%，達標；整線 0.51%。而且真正關掉它的是電測：7 個漏掉的 open 被電測覆蓋之後，剩下 13/3018 = 0.43%，回到預算內。</a:t>
            </a:r>
          </a:p>
          <a:p/>
          <a:p>
            <a:r>
              <a:t>Q：換一條產線，這些數字還成立嗎？</a:t>
            </a:r>
          </a:p>
          <a:p>
            <a:r>
              <a:t>A：漏檢率成立，省人工不成立。漏檢率除以缺陷總數，不良率重新加權會約掉；55.6% 假設的是這個 split 的 41.2% 不良率，線越乾淨越高。真正不能轉移的是驗證：一條只看到 100 個缺陷的試產線，確認不了 0.5% 的預算——而我自己的驗證集只有 969 個缺陷，已經吃過這個虧。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白話：量化不是為了快，是為了記憶體；而且一個量化的結論只對一組權重成立，換了權重要重量。</a:t>
            </a:r>
          </a:p>
          <a:p/>
          <a:p>
            <a:r>
              <a:t>講稿 1. 量化這一頁我要先講為什麼做：不是為了快。41 ms 對 10 秒的週期是零頭。</a:t>
            </a:r>
          </a:p>
          <a:p>
            <a:r>
              <a:t>講稿 2. 是為了記憶體，389 MB 掉到 81 MB，一台複判站不需要 GPU。</a:t>
            </a:r>
          </a:p>
          <a:p>
            <a:r>
              <a:t>講稿 3. 錯在哪：第一次量是掉 1.3 點、判不值得；重訓之後沒重量，結論其實已經翻了，兩天後才發現 onnx 資料夾裡是舊權重。</a:t>
            </a:r>
          </a:p>
          <a:p>
            <a:r>
              <a:t>講稿 4. 規則：量化報告進重訓的檢查清單，一個量化結論只對一組權重有效。</a:t>
            </a:r>
          </a:p>
          <a:p/>
          <a:p>
            <a:r>
              <a:t>面試官會問：</a:t>
            </a:r>
          </a:p>
          <a:p>
            <a:r>
              <a:t>Q：為什麼用漏網率預算計價，不用加速比？</a:t>
            </a:r>
          </a:p>
          <a:p>
            <a:r>
              <a:t>A：因為加速比對這條線沒意義：41 ms 對 10 秒。真正會變的是操作點——INT8 可能讓 0.5% 預算下省掉的人工變少，那才是代價。</a:t>
            </a:r>
          </a:p>
          <a:p/>
          <a:p>
            <a:r>
              <a:t>Q：動態和靜態選哪個？</a:t>
            </a:r>
          </a:p>
          <a:p>
            <a:r>
              <a:t>A：差 0.1 MB 和三個 disagreement，是丟銅板。報告的規則是選省最多磁碟的那個，那是動態。但沒有部署，站台跑 float32。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白話：真的 SMT 產線沒有樣板可以相減，所以試偵測器；它找得到瑕疵，但它的信心分不出真假。</a:t>
            </a:r>
          </a:p>
          <a:p/>
          <a:p>
            <a:r>
              <a:t>講稿 1. 這一頁我要先講理由，不然像是無來由地去訓一個 YOLO。</a:t>
            </a:r>
          </a:p>
          <a:p>
            <a:r>
              <a:t>講稿 2. 真的 SMT 產線沒有樣板，相減做不了，偵測器是那裡唯一可能的前端。我要回答的只有一個問題：它的信心能不能排序。</a:t>
            </a:r>
          </a:p>
          <a:p>
            <a:r>
              <a:t>講稿 3. 結果是找得到、排不掉：92% 蓋到，但在漏網預算下只省 1.2%。</a:t>
            </a:r>
          </a:p>
          <a:p>
            <a:r>
              <a:t>講稿 4. 然後我拿它的框訓了一個沒有樣板通道的複判器，2.8%——這反過來證明主線的樣板通道是必要的。</a:t>
            </a:r>
          </a:p>
          <a:p/>
          <a:p>
            <a:r>
              <a:t>面試官會問：</a:t>
            </a:r>
          </a:p>
          <a:p>
            <a:r>
              <a:t>Q：YOLO 訓完 1.2%，這個實驗算失敗嗎？</a:t>
            </a:r>
          </a:p>
          <a:p>
            <a:r>
              <a:t>A：算回答了問題：偵測器的 confidence 不是 P(false call)。它值錢的地方是反證——同一個 ResNet 拿掉樣板通道只剩 2.8%，所以主線的樣板通道不是方便，是必要。</a:t>
            </a:r>
          </a:p>
          <a:p/>
          <a:p>
            <a:r>
              <a:t>Q：為什麼是 YOLO26n 不是更大的？</a:t>
            </a:r>
          </a:p>
          <a:p>
            <a:r>
              <a:t>A：M5 Air 上 56 分鐘，而且問題是 confidence 的性質，不是容量。imgsz=1280 是唯一沒試、可能有用的方向，文件裡寫著。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白話：程式裡的兩個關鍵數字，一個引一份沒有數字的文件、一個引一個沒跑過的掃描——看起來都有出處，其實都沒有。</a:t>
            </a:r>
          </a:p>
          <a:p/>
          <a:p>
            <a:r>
              <a:t>講稿 1. 這個錯很尷尬，所以要主動講：程式裡兩個門檻，註解都寫了來源，我去核對，一個來源沒有數字、一個掃描根本沒跑過。</a:t>
            </a:r>
          </a:p>
          <a:p>
            <a:r>
              <a:t>講稿 2. 真的掃了以後，一個數字是 0.875 不是 0.90，餘裕只有千分之三。</a:t>
            </a:r>
          </a:p>
          <a:p>
            <a:r>
              <a:t>講稿 3. 另一個是四捨五入：0.9154 取最近變 0.915，剛好多漏一個，0.5005% 超預算。</a:t>
            </a:r>
          </a:p>
          <a:p>
            <a:r>
              <a:t>講稿 4. 規則是每個門檻引一個打得開的檔案，而且有測試盯著數字和來源不能分開。</a:t>
            </a:r>
          </a:p>
          <a:p/>
          <a:p>
            <a:r>
              <a:t>面試官會問：</a:t>
            </a:r>
          </a:p>
          <a:p>
            <a:r>
              <a:t>Q：怎麼確保門檻以後不會再脫離來源？</a:t>
            </a:r>
          </a:p>
          <a:p>
            <a:r>
              <a:t>A：tests/test_threshold_citations.py：每個門檻常數（0.961、0.996）對照 docs/architecture.md 的表，表裡的值來自哪個腳本寫明；值偏了或表裡沒那一列就 fail。</a:t>
            </a:r>
          </a:p>
          <a:p/>
          <a:p>
            <a:r>
              <a:t>Q：四捨五入往上是什麼意思？</a:t>
            </a:r>
          </a:p>
          <a:p>
            <a:r>
              <a:t>A：門檻越高排掉越少、漏得越少，所以往上是安全方向。0.9154 取最近變 0.915 多放了一個缺陷，15/2,997 = 0.5005% 超過 0.5%；往上取 0.916 就在預算內，代價是 0.07 點的人工。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白話：重訓之後門檻往上跑，另一個常數沒跟著動，兩個數字上下顛倒；測試變紅的是小事，沒變紅的那件事才可怕。</a:t>
            </a:r>
          </a:p>
          <a:p/>
          <a:p>
            <a:r>
              <a:t>講稿 1. 重訓之後門檻從 0.915 變 0.961，有一個常數是寫死的，沒跟著動，兩個數字倒掛。</a:t>
            </a:r>
          </a:p>
          <a:p>
            <a:r>
              <a:t>講稿 2. 13 個測試紅了，這是好消息的那一半。</a:t>
            </a:r>
          </a:p>
          <a:p>
            <a:r>
              <a:t>講稿 3. 壞消息是沒紅的那一半：倒掛之後「要 LLM 寫說明」的區間變成空的，六千多個自動處置全部沒有說明，沒有任何東西會叫。</a:t>
            </a:r>
          </a:p>
          <a:p>
            <a:r>
              <a:t>講稿 4. 修法不是改數字，是把它寫成關係式，重訓永遠跟著走。</a:t>
            </a:r>
          </a:p>
          <a:p/>
          <a:p>
            <a:r>
              <a:t>面試官會問：</a:t>
            </a:r>
          </a:p>
          <a:p>
            <a:r>
              <a:t>Q：為什麼測試沒抓到「沒有說明」這件事？</a:t>
            </a:r>
          </a:p>
          <a:p>
            <a:r>
              <a:t>A：因為測試描述的是行為存在，不是行為發生的比例。上面沒有一個測試問「6,736 個處置裡多少個有說明」。之後加了 explanation_status 欄位和 explanations 指令，讓那個缺席可以被數。</a:t>
            </a:r>
          </a:p>
          <a:p/>
          <a:p>
            <a:r>
              <a:t>Q：EXPLAINED_BAND 為什麼是 0.035？</a:t>
            </a:r>
          </a:p>
          <a:p>
            <a:r>
              <a:t>A：掃出來的：這個寬度讓 6,736 個自動處置裡 1,460 個（21.7%）拿到書面說明，再寬 LLM 呼叫數暴增、再窄幾乎沒人有說明。在 docs/architecture.md 的表裡。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白話：門檻是一個超參數，而超參數不該用「等一下要拿來報成績」的那份資料選。把兩件事拆開之後，量到的不是一個修正，是一個泛化差距。</a:t>
            </a:r>
          </a:p>
          <a:p/>
          <a:p>
            <a:r>
              <a:t>講稿 1. 這一頁講的是一個方法學問題，還有它量出來的東西。門檻是一個超參數，而我原本是在 test 上掃出來的。</a:t>
            </a:r>
          </a:p>
          <a:p>
            <a:r>
              <a:t>講稿 2. 那個設定在一件事上是對的：比較 FP32、ONNX、INT8 四個引擎時，每個引擎各拿自己的最佳點，很公平。問題是同一個數字也被當成部署數字用了——一份資料同時做了選門檻和報成績兩件事。</a:t>
            </a:r>
          </a:p>
          <a:p>
            <a:r>
              <a:t>講稿 3. 所以我把選門檻的資料獨立出來，然後量分開之後會不會動。事先講好：如果兩份資料可互換，應該幾乎不動。結果門檻從 0.961 變 0.912，漏檢從估的 0.32% 變實測的 0.66%。</a:t>
            </a:r>
          </a:p>
          <a:p>
            <a:r>
              <a:t>講稿 4. 而那個兩倍在每一個門檻上都成立，兩邊類別組成也一樣——所以這是一個泛化差距的量測，不是一次調參失誤。多出來的漏檢集中在 open 和 short，正好是最不能漏的兩類。</a:t>
            </a:r>
          </a:p>
          <a:p>
            <a:r>
              <a:t>講稿 5. 關掉它的不是更好的門檻，是電測——7 個漏掉的 open 被覆蓋之後剩 13/3018 = 0.43%，回到預算內。這跟分類別那頁是同一個答案。</a:t>
            </a:r>
          </a:p>
          <a:p/>
          <a:p>
            <a:r>
              <a:t>面試官會問：</a:t>
            </a:r>
          </a:p>
          <a:p>
            <a:r>
              <a:t>Q：既然數字變難看，你為什麼要改？</a:t>
            </a:r>
          </a:p>
          <a:p>
            <a:r>
              <a:t>A：因為那個數字是我履歷第一行，而面試官打開 repo 就會看到 report.py 在哪份資料上掃。與其被指出來，不如我自己修掉、並且留下一條 invariant 和兩個反方向的測試。而且改完之後省的人工其實更多，55.6% 對 55.6%——變的是它的漏檢率誠實了。</a:t>
            </a:r>
          </a:p>
          <a:p/>
          <a:p>
            <a:r>
              <a:t>Q：交叉驗證選門檻，為什麼要用區間上緣？</a:t>
            </a:r>
          </a:p>
          <a:p>
            <a:r>
              <a:t>A：因為預算是對還沒看過的缺陷的承諾。我的單一驗證集只有 969 個缺陷，一個缺陷就是 0.10%，點估計規則在那裡選 0.610，拿到 test 上漏 0.93%——將近兩倍預算。取區間上緣就是要求它用區間清預算，不是用剛好落在線內的點估計。</a:t>
            </a:r>
          </a:p>
          <a:p/>
          <a:p>
            <a:r>
              <a:t>Q：那這個系統到底能不能上線？</a:t>
            </a:r>
          </a:p>
          <a:p>
            <a:r>
              <a:t>A：以這個 checkpoint、這份資料，按候選算是不達標的。要達標有兩條路：一條是電測那類不共用同一種失敗的第二次量測，算出來 0.43%；另一條是讓選門檻的資料能代表出貨的資料，而那需要第二份資料集或真的產線，不是再調一次參數。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白話：我報的每一個數字都來自同一次訓練。整套流程重跑五次，最好的那次是 55.59%，中位數只有 50.90%——而出貨的剛好是最好的那次。</a:t>
            </a:r>
          </a:p>
          <a:p/>
          <a:p>
            <a:r>
              <a:t>講稿 1. 我報的每一個數字都來自同一次訓練，而我給的是 Wilson 區間——那是同一顆模型上的抽樣誤差，它說不到「重跑一次會落在哪」。</a:t>
            </a:r>
          </a:p>
          <a:p>
            <a:r>
              <a:t>講稿 2. 所以我把整套流程跑了五個 seed，每一個都從選門檻開始重來。部署欄 49.0% 到 55.6%，中位數 50.9%——而我一直在報的 55.6% 是五個裡最好的那一個。</a:t>
            </a:r>
          </a:p>
          <a:p>
            <a:r>
              <a:t>講稿 3. 但重點是我多加的那一欄：把門檻釘在預算上讀，只隨模型變動，範圍只有 49.7 到 52.8。所以 6.6 點的離散度裡模型只佔 3.1 點，另一半是選門檻的規則落在曲線上哪個位置。</a:t>
            </a:r>
          </a:p>
          <a:p>
            <a:r>
              <a:t>講稿 4. 還有一個小發現，面試官一定會問：out-of-fold 那欄五個 seed 一模一樣，那不是複製貼上。6,569 個缺陷下，區間上緣的規則只可能回傳漏 21 個的那個門檻——它鎖的是次數不是比率。</a:t>
            </a:r>
          </a:p>
          <a:p/>
          <a:p>
            <a:r>
              <a:t>面試官會問：</a:t>
            </a:r>
          </a:p>
          <a:p>
            <a:r>
              <a:t>Q：那你的頭條到底是 55.6% 還是 50.9%？</a:t>
            </a:r>
          </a:p>
          <a:p>
            <a:r>
              <a:t>A：55.6%，而且我會在同一句話裡說它是 seed 0、五次重跑的中位數是 50.9%、範圍 49.0 到 55.6。改成中位數會少講一半的故事：真正的資訊是離散度有多大、以及它一半來自選門檻的規則而不是模型。</a:t>
            </a:r>
          </a:p>
          <a:p/>
          <a:p>
            <a:r>
              <a:t>Q：為什麼不多跑幾個 seed 取平均當出貨模型？</a:t>
            </a:r>
          </a:p>
          <a:p>
            <a:r>
              <a:t>A：因為出貨的是一顆 checkpoint，不是一個平均。平均會給我一個沒有任何一次訓練達到過的數字。這個掃描的用途是說「重跑會落在哪」，不是選一顆更好的——選一顆更好的就等於用 test 挑 seed，正好是第 20 條 invariant 禁止的事。</a:t>
            </a:r>
          </a:p>
          <a:p/>
          <a:p>
            <a:r>
              <a:t>Q：五個 seed 夠嗎？</a:t>
            </a:r>
          </a:p>
          <a:p>
            <a:r>
              <a:t>A：不夠當標準差，夠當範圍。我報的是中位數和範圍不是平均加減標準差，就是因為 n=5。而且它蓋不到的更大：同一份資料集、同一個架構、同一份 test split——這個離散度說不到換一批板子會怎樣。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白話：拿真的照片跑同一套流程，我以為會壞在模型，結果壞在相減那一關：照片上每條線的邊緣都跟瑕疵長得一樣。</a:t>
            </a:r>
          </a:p>
          <a:p/>
          <a:p>
            <a:r>
              <a:t>講稿 1. 我想知道這套流程換資料集會在哪一層壞。我猜是模型層：門檻不轉移。</a:t>
            </a:r>
          </a:p>
          <a:p>
            <a:r>
              <a:t>講稿 2. 結果比我猜的早一層：相減那一關在照片上任何設定都過不了，門檻 60 只抓到 17% 的瑕疵。</a:t>
            </a:r>
          </a:p>
          <a:p>
            <a:r>
              <a:t>講稿 3. 原因是物理的：二值圖裡瑕疵和對不齊的邊一樣亮；照片裡瑕疵很淡、每條邊都是漸層。</a:t>
            </a:r>
          </a:p>
          <a:p>
            <a:r>
              <a:t>講稿 4. 所以結論不是「去 fine-tune」，是「相減前端的適用範圍是二值化影像」，這句寫進文件。</a:t>
            </a:r>
          </a:p>
          <a:p/>
          <a:p>
            <a:r>
              <a:t>面試官會問：</a:t>
            </a:r>
          </a:p>
          <a:p>
            <a:r>
              <a:t>Q：那模型層在 HRIPCB 上怎樣？</a:t>
            </a:r>
          </a:p>
          <a:p>
            <a:r>
              <a:t>A：硬把門檻設在 recall 最好的地方往下跑，模型在 0.961 排掉 1,387/2,953 個真缺陷，46.97% 漏網，對 0.5% 的預算。它把淡的差異讀成誤報而且很有信心——又是 confident errors。</a:t>
            </a:r>
          </a:p>
          <a:p/>
          <a:p>
            <a:r>
              <a:t>Q：這個實驗證明了什麼、沒證明什麼？</a:t>
            </a:r>
          </a:p>
          <a:p>
            <a:r>
              <a:t>A：證明相減前端的邊界。沒證明的：只有一個從沒看過照片的 checkpoint、灰階門檻是看了資料才選的、瑕疵是畫在 10 片板的照片上的。真的第二次拍攝在「對齊」和「對齊加擾動」之間，兩者都不是。</a:t>
            </a:r>
          </a:p>
          <a:p/>
          <a:p>
            <a:r>
              <a:t>Q：為什麼不直接在 HRIPCB 上重訓？</a:t>
            </a:r>
          </a:p>
          <a:p>
            <a:r>
              <a:t>A：因為第一層壞的原因是物理的，重訓模型解決不了相減找不到瑕疵。要換前端——這和偵測器實驗從另一邊得到同一個結論。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白話：我原本讓語言模型看完證據做最後判定；量了才發現它改分類器的答案 12 次只對 1 次。</a:t>
            </a:r>
          </a:p>
          <a:p/>
          <a:p>
            <a:r>
              <a:t>講稿 1. 這是整個專案最重要的一個實驗結果，也是最反直覺的。</a:t>
            </a:r>
          </a:p>
          <a:p>
            <a:r>
              <a:t>講稿 2. 我原本讓 LLM 看完證據做最後判定，因為它看得到更多脈絡。量了：60 個候選它 71.7%，分類器 85.0%。</a:t>
            </a:r>
          </a:p>
          <a:p>
            <a:r>
              <a:t>講稿 3. 它改了分類器 12 次，只對一次，其中九次分類器本來就對。</a:t>
            </a:r>
          </a:p>
          <a:p>
            <a:r>
              <a:t>講稿 4. 所以 LLM 從決策路上拿掉，只寫說明。而且它掛了也不升級，因為判定不靠它。</a:t>
            </a:r>
          </a:p>
          <a:p/>
          <a:p>
            <a:r>
              <a:t>面試官會問：</a:t>
            </a:r>
          </a:p>
          <a:p>
            <a:r>
              <a:t>Q：那 LLM 在系統裡還有什麼價值？</a:t>
            </a:r>
          </a:p>
          <a:p>
            <a:r>
              <a:t>A：它寫給作業員的那段說明：把分類器的信心、這台機的缺陷率、驗收標準串成一段話。這在 17.8% 進到它那一支的區域上；判定永遠是分類器的。</a:t>
            </a:r>
          </a:p>
          <a:p/>
          <a:p>
            <a:r>
              <a:t>Q：LLM 逾時為什麼不升級給人？</a:t>
            </a:r>
          </a:p>
          <a:p>
            <a:r>
              <a:t>A：因為判定在進到 LLM 之前就做好了。逾時的代價是少一段說明，記成 explanation_status = timed_out，站台顯示一個「無說明」標記，有指令可以數。如果每次逾時都升級，佇列會被塞滿。</a:t>
            </a:r>
          </a:p>
          <a:p/>
          <a:p>
            <a:r>
              <a:t>Q：這個結論會不會因為模型變強而改變？</a:t>
            </a:r>
          </a:p>
          <a:p>
            <a:r>
              <a:t>A：會，所以規則寫的是「沒有一個量測說要放回去之前，不放回去」。agent_eval.py 九分鐘可以重跑，換模型就再量。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白話：問 open 的驗收標準，第一名回來的是針孔的規則；五筆等人判的區域全帶著一條不存在的規則。</a:t>
            </a:r>
          </a:p>
          <a:p/>
          <a:p>
            <a:r>
              <a:t>講稿 1. 這個錯我最在意，因為它繞過了「LLM 只解釋」的保護。</a:t>
            </a:r>
          </a:p>
          <a:p>
            <a:r>
              <a:t>講稿 2. 作業員看到的驗收標準，27.8% 來自別的類別。問 open，回來的第一名是針孔的「在 pad 內拒收」。</a:t>
            </a:r>
          </a:p>
          <a:p>
            <a:r>
              <a:t>講稿 3. 店裡五筆等人判的區域全都帶著這條不存在的規則，而它指向放行一個 critical defect。</a:t>
            </a:r>
          </a:p>
          <a:p>
            <a:r>
              <a:t>講稿 4. 修法在檢索邊界：每份文件宣告它管的類別，查詢帶類別；不是在 prompt 裡叫模型忽略。</a:t>
            </a:r>
          </a:p>
          <a:p/>
          <a:p>
            <a:r>
              <a:t>面試官會問：</a:t>
            </a:r>
          </a:p>
          <a:p>
            <a:r>
              <a:t>Q：為什麼不在 prompt 裡叫模型忽略不相關的段落？</a:t>
            </a:r>
          </a:p>
          <a:p>
            <a:r>
              <a:t>A：因為錯的段落一旦進了 prompt，模型忠實複述就是它的工作。要在檢索邊界擋住：段落不能到 prompt。改完量：0.0%。</a:t>
            </a:r>
          </a:p>
          <a:p/>
          <a:p>
            <a:r>
              <a:t>Q：舊的錯誤說明怎麼處理？</a:t>
            </a:r>
          </a:p>
          <a:p>
            <a:r>
              <a:t>A：原地標記，不重生也不刪。它們是紀錄；重生會讓「當時作業員看到什麼」消失。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白話：一個常數同時當「承諾多久給判定」和「等模型多久」，結果模型寫說明常常寫到一半被砍。</a:t>
            </a:r>
          </a:p>
          <a:p/>
          <a:p>
            <a:r>
              <a:t>講稿 1. 佇列上有一筆升級，內容整段是 ReadTimeout。原因是承諾判定的 10 秒被拿來當 httpx timeout，而模型寫說明的中位數是 12.5 秒。</a:t>
            </a:r>
          </a:p>
          <a:p>
            <a:r>
              <a:t>講稿 2. 拆成兩個常數：10 秒管判定，那是 2.5 毫秒的事；60 秒管說明，沒人在等它。</a:t>
            </a:r>
          </a:p>
          <a:p>
            <a:r>
              <a:t>講稿 3. 中文說明一開始 31.9 秒，比英文慢 3.7 倍，我以為是語言的問題；其實大半是 prompt 沒給門檻，模型只好把兩種情況都寫一遍。給了門檻變 16.7 秒。</a:t>
            </a:r>
          </a:p>
          <a:p>
            <a:r>
              <a:t>講稿 4. 量延遲之前一定先看 GPU 有沒有別人在用，這個專案吃過一次虧。</a:t>
            </a:r>
          </a:p>
          <a:p/>
          <a:p>
            <a:r>
              <a:t>面試官會問：</a:t>
            </a:r>
          </a:p>
          <a:p>
            <a:r>
              <a:t>Q：為什麼中文比英文慢？</a:t>
            </a:r>
          </a:p>
          <a:p>
            <a:r>
              <a:t>A：同樣內容中文的 token 是英文的兩到三倍，速度都是 20 tok/s。但第一次量的 3.7 倍大半是 prompt 沒給門檻，模型寫了一篇「如果高於／如果低於」的作文；給了門檻、要求一段話，變 1.4 倍。</a:t>
            </a:r>
          </a:p>
          <a:p/>
          <a:p>
            <a:r>
              <a:t>Q：量延遲要注意什麼？</a:t>
            </a:r>
          </a:p>
          <a:p>
            <a:r>
              <a:t>A：ollama ps 不是 GPU 檢查，它只看 Ollama 自己的模型；同一台機的 torch 訓練會讓數字差 25 倍而 ollama ps 是乾淨的。腳本掃 process table，忙就拒絕發布；報 eval_duration 會低估三成，要報服務時間。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白話：每一列一個看不準的區域：模型判定、信心、誤判機率、產線機台，右邊是 agent 寫的說明——等最久的在最上面。</a:t>
            </a:r>
          </a:p>
          <a:p/>
          <a:p>
            <a:r>
              <a:t>頁面上只有圖；要點：</a:t>
            </a:r>
          </a:p>
          <a:p>
            <a:r>
              <a:t>• 34 件待處理的徽章、右上角的語言切換、每列的「展開全文」</a:t>
            </a:r>
          </a:p>
          <a:p>
            <a:r>
              <a:t>• 「為什麼交給人」用一段話，不是條列；來源是 LLM，判定不是</a:t>
            </a:r>
          </a:p>
          <a:p/>
          <a:p>
            <a:r>
              <a:t>講稿 1. 這是作業員每天看的第一頁。</a:t>
            </a:r>
          </a:p>
          <a:p>
            <a:r>
              <a:t>講稿 2. 一列一個區域：模型認為是什麼、多有把握、有多像誤報，右邊是 agent 的說明。</a:t>
            </a:r>
          </a:p>
          <a:p>
            <a:r>
              <a:t>講稿 3. 等最久的在最上面，這是唯一的排序。</a:t>
            </a:r>
          </a:p>
          <a:p>
            <a:r>
              <a:t>講稿 4. 說明用產線的語言寫；裡面的數字若不在證據裡，旁邊會有黃色標記。</a:t>
            </a:r>
          </a:p>
          <a:p/>
          <a:p>
            <a:r>
              <a:t>面試官會問：</a:t>
            </a:r>
          </a:p>
          <a:p>
            <a:r>
              <a:t>Q：作業員一天看幾個？</a:t>
            </a:r>
          </a:p>
          <a:p>
            <a:r>
              <a:t>A：這個資料集一片板約 20 個候選，82.2% 不經人；示範的 50 片板留下 34 個待複判。</a:t>
            </a:r>
          </a:p>
          <a:p/>
          <a:p>
            <a:r>
              <a:t>Q：為什麼說明是中文？</a:t>
            </a:r>
          </a:p>
          <a:p>
            <a:r>
              <a:t>A：AOI_LINE_LANGUAGE 預設 zh-TW，作業員讀什麼語言就寫什麼；切換介面語言不會改寫紀錄。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白話：上面是 agent 的理由，中間三張圖（樣板、待測、差異），下面三欄證據，再下面是七個判定鍵和「我不確定」。</a:t>
            </a:r>
          </a:p>
          <a:p/>
          <a:p>
            <a:r>
              <a:t>頁面上只有圖；要點：</a:t>
            </a:r>
          </a:p>
          <a:p>
            <a:r>
              <a:t>• 三張圖：黃金樣板、待測 PCB、差異圖，紅框是 AOI 標的位置</a:t>
            </a:r>
          </a:p>
          <a:p>
            <a:r>
              <a:t>• 三欄：模型讀到什麼（含它實際看的 64 px 小圖）、產線脈絡、檢索到的驗收標準（依類別限定）</a:t>
            </a:r>
          </a:p>
          <a:p>
            <a:r>
              <a:t>• 鍵盤 1–7 判定、0 退回；答完自動跳下一個</a:t>
            </a:r>
          </a:p>
          <a:p/>
          <a:p>
            <a:r>
              <a:t>講稿 1. 這是作業員判一個區域的頁面，示範時給它 40 秒。</a:t>
            </a:r>
          </a:p>
          <a:p>
            <a:r>
              <a:t>講稿 2. 由上往下：agent 的理由、三張圖、三欄證據、判定鍵。</a:t>
            </a:r>
          </a:p>
          <a:p>
            <a:r>
              <a:t>講稿 3. 頁面上永遠沒有 ground truth——作業員的答案就是下一輪的標籤，給了答案就是收回音。</a:t>
            </a:r>
          </a:p>
          <a:p>
            <a:r>
              <a:t>講稿 4. 看不出來按 0，它不會記成判定，區域會退給資深。</a:t>
            </a:r>
          </a:p>
          <a:p/>
          <a:p>
            <a:r>
              <a:t>面試官會問：</a:t>
            </a:r>
          </a:p>
          <a:p>
            <a:r>
              <a:t>Q：為什麼不顯示 ground truth？</a:t>
            </a:r>
          </a:p>
          <a:p>
            <a:r>
              <a:t>A：作業員的答案是下一輪訓練的標籤；先給答案收到的是回音不是判斷。這條在 dict 邊界擋，不是模板裡藏。</a:t>
            </a:r>
          </a:p>
          <a:p/>
          <a:p>
            <a:r>
              <a:t>Q：驗收標準從哪來？</a:t>
            </a:r>
          </a:p>
          <a:p>
            <a:r>
              <a:t>A：search_standards 帶 defect_class 查這一類的文件；未限定時 27.8% 的段落來自別類，08-23 修在檢索邊界。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白話：作業員真正要按的就是這一排；本來只有 1–7 七個確定的答案，「我不確定」是後來補上的，而且它刻意不是一個判定。</a:t>
            </a:r>
          </a:p>
          <a:p/>
          <a:p>
            <a:r>
              <a:t>頁面上只有圖；要點：</a:t>
            </a:r>
          </a:p>
          <a:p>
            <a:r>
              <a:t>• 七個鍵對應六類瑕疵加 false_call，鍵盤直接按，答完自動跳下一個</a:t>
            </a:r>
          </a:p>
          <a:p>
            <a:r>
              <a:t>• 0「我不確定」不是判定，不寫進 review_decisions——那張表是下一輪的訓練標籤，「不確定」是唯一不能當標籤的答案</a:t>
            </a:r>
          </a:p>
          <a:p>
            <a:r>
              <a:t>• 它也不會喚醒暫停中的 run：中斷點就是這個區域還答得出來的原因，消耗掉就等於替沒人回答的問題結案</a:t>
            </a:r>
          </a:p>
          <a:p>
            <a:r>
              <a:t>• 退回的次數會累積，被三個人退回的區域和被跳過一次的不是同一種東西</a:t>
            </a:r>
          </a:p>
          <a:p/>
          <a:p>
            <a:r>
              <a:t>講稿 1. 這一排就是作業員真正會碰到的東西，七個鍵加一顆退回鍵。</a:t>
            </a:r>
          </a:p>
          <a:p>
            <a:r>
              <a:t>講稿 2. 本來只有七個確定的答案。看不懂的區域只能靠關掉網頁來表達，而關掉網頁的區域跟沒人看過的長得一模一樣，下一個人再遇到、再關掉，沒有東西在數。</a:t>
            </a:r>
          </a:p>
          <a:p>
            <a:r>
              <a:t>講稿 3. 代價已經付過：五筆在沒有把握的情況下點掉的標籤，四筆是錯的，跟專家的標籤分不出來，最後手動刪掉。</a:t>
            </a:r>
          </a:p>
          <a:p>
            <a:r>
              <a:t>講稿 4. 所以「我不確定」刻意不是一個判定：它不進訓練標籤那張表，也不會把暫停中的執行喚醒，因為那等於替一個沒人回答的問題結案。</a:t>
            </a:r>
          </a:p>
          <a:p/>
          <a:p>
            <a:r>
              <a:t>面試官會問：</a:t>
            </a:r>
          </a:p>
          <a:p>
            <a:r>
              <a:t>Q：為什麼不確定不算一種判定？</a:t>
            </a:r>
          </a:p>
          <a:p>
            <a:r>
              <a:t>A：review_decisions 是下一輪訓練的標籤來源，「不確定」是唯一一個絕對不能當標籤的答案。它有自己的表、自己的路由、自己的佇列狀態 deferred。</a:t>
            </a:r>
          </a:p>
          <a:p/>
          <a:p>
            <a:r>
              <a:t>Q：退回之後誰來答？</a:t>
            </a:r>
          </a:p>
          <a:p>
            <a:r>
              <a:t>A：senior。這是這個站台唯一真正需要的權限：區域會被退回就是因為受過訓練的人讀不出來，再交給下一個一般作業員就是交回同一個已經失敗的判斷。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白話：系統跑得起來和有人用得下去是兩回事；每一個真人用了才冒出來的問題，都變成一條規則。</a:t>
            </a:r>
          </a:p>
          <a:p/>
          <a:p>
            <a:r>
              <a:t>講稿 1. 這一頁全是自己用站台一班才發現的，測試一個都沒抓到。</a:t>
            </a:r>
          </a:p>
          <a:p>
            <a:r>
              <a:t>講稿 2. 最痛的是五筆亂點的判定，四筆錯，跟專家的標籤一模一樣，因為名字是表單填的。之後名字從 session 讀、來源記下來，9,140 筆舊的記成 unrecorded 而不是 NULL。</a:t>
            </a:r>
          </a:p>
          <a:p>
            <a:r>
              <a:t>講稿 3. 第二個是計數：250 筆顯示 200，因為數的是一頁的長度。</a:t>
            </a:r>
          </a:p>
          <a:p>
            <a:r>
              <a:t>講稿 4. 第三個是「我不確定」沒有地方按。加了之後第一版又漏了一條規則，讓一片板從扣住變放行——新的狀態要對每一條讀它的規則檢查。</a:t>
            </a:r>
          </a:p>
          <a:p/>
          <a:p>
            <a:r>
              <a:t>面試官會問：</a:t>
            </a:r>
          </a:p>
          <a:p>
            <a:r>
              <a:t>Q：為什麼「不確定」不能記成一個判定？</a:t>
            </a:r>
          </a:p>
          <a:p>
            <a:r>
              <a:t>A：review_decisions 是下一輪訓練的標籤——之前 5 筆亂點的、4 筆錯的就是從那裡刪掉的——「不確定」是唯一不能成為標籤的答案。所以它是自己的表、自己的佇列狀態，被退回的次數就是排序，退回越多的越前面。</a:t>
            </a:r>
          </a:p>
          <a:p/>
          <a:p>
            <a:r>
              <a:t>Q：deferred 那個 bug 是怎麼發生的？</a:t>
            </a:r>
          </a:p>
          <a:p>
            <a:r>
              <a:t>A：OPEN_STATUSES 只列了 pending。一個區域被退回後不算 open，模型的判定變成整片板的 standing decision，板子從 held 變 released——一個作業員拒絕猜，反而放行了板子。區域層級全對，所以區域層級的測試看不到。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白話：一片板進來、模型排掉大部分、兩個看不準的進佇列、作業員打開一個、按 0 退回、主管問一句話拿到圖。</a:t>
            </a:r>
          </a:p>
          <a:p/>
          <a:p>
            <a:r>
              <a:t>講稿 1. 三分鐘的影片，照 docs/demo-script.md 的分鏡。</a:t>
            </a:r>
          </a:p>
          <a:p>
            <a:r>
              <a:t>講稿 2. 看的重點：區域頁那 40 秒——左邊三張圖、右邊三欄證據、下面判定鍵，還有那個「我不確定」。</a:t>
            </a:r>
          </a:p>
          <a:p>
            <a:r>
              <a:t>講稿 3. 以及 /ask 那題的圖：兩根柱的區間重疊，系統就說沒差。</a:t>
            </a:r>
          </a:p>
          <a:p/>
          <a:p>
            <a:r>
              <a:t>面試官會問：</a:t>
            </a:r>
          </a:p>
          <a:p>
            <a:r>
              <a:t>Q：站台為什麼不用前端框架？</a:t>
            </a:r>
          </a:p>
          <a:p>
            <a:r>
              <a:t>A：產線的瀏覽器常常鎖 JS、沒有網路。站台無 JS 可用，唯一的相依 vendor 進來，圖是伺服器端 SVG。</a:t>
            </a:r>
          </a:p>
          <a:p/>
          <a:p>
            <a:r>
              <a:t>Q：影片是怎麼錄的？</a:t>
            </a:r>
          </a:p>
          <a:p>
            <a:r>
              <a:t>A：scripts/demo_record.py 用 Playwright 操作站台、Kokoro 合成旁白、ffmpeg 合成；影片不進 git，放 GitHub Release。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白話：問「M32 參數變更前後 open 的比例有沒有變」，回來的是它怎麼理解、假設了什麼、查了什麼、一張有區間的圖、一段每個數字都查得到的話、和花了多久。</a:t>
            </a:r>
          </a:p>
          <a:p/>
          <a:p>
            <a:r>
              <a:t>頁面上只有圖；要點：</a:t>
            </a:r>
          </a:p>
          <a:p>
            <a:r>
              <a:t>• 六個區塊照讀的順序編號；「回傳的資料」可以展開看原始值</a:t>
            </a:r>
          </a:p>
          <a:p>
            <a:r>
              <a:t>• 圖上有數值、刻度、區間；答案上方若有「數字核對」警告，先看原始資料</a:t>
            </a:r>
          </a:p>
          <a:p/>
          <a:p>
            <a:r>
              <a:t>講稿 1. 這是 /ask 的答案頁。</a:t>
            </a:r>
          </a:p>
          <a:p>
            <a:r>
              <a:t>講稿 2. 六個區塊：它怎麼理解、假設了什麼、查了什麼、圖、答案、花了多久。</a:t>
            </a:r>
          </a:p>
          <a:p>
            <a:r>
              <a:t>講稿 3. 圖是從結果的形狀推的，兩根柱的區間畫成鬚線；重疊就代表沒證明有差。</a:t>
            </a:r>
          </a:p>
          <a:p>
            <a:r>
              <a:t>講稿 4. 答案裡每個數字都會對回結果，對不上的會在上面警告。</a:t>
            </a:r>
          </a:p>
          <a:p/>
          <a:p>
            <a:r>
              <a:t>面試官會問：</a:t>
            </a:r>
          </a:p>
          <a:p>
            <a:r>
              <a:t>Q：圖是誰決定畫什麼的？</a:t>
            </a:r>
          </a:p>
          <a:p>
            <a:r>
              <a:t>A：程式，從結果的形狀：機台比較是柱狀、事件前後是一對柱加區間。模型不能指定圓餅圖，prompt 有一條規則說明這件事。</a:t>
            </a:r>
          </a:p>
          <a:p/>
          <a:p>
            <a:r>
              <a:t>Q：那段答案可信嗎？</a:t>
            </a:r>
          </a:p>
          <a:p>
            <a:r>
              <a:t>A：它是從查回來的數字寫的，每個數字有頁面級核對；那次出現過一個編的 58.1%，現在會標出來。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白話：主管打一句話，模型只做兩件事——決定查什麼、把結果寫成話；中間查什麼、驗證什麼、畫什麼圖都是程式決定。</a:t>
            </a:r>
          </a:p>
          <a:p/>
          <a:p>
            <a:r>
              <a:t>講稿 1. 第五層是給主管用的問答。設計原則和第四層一樣：模型負責語言，程式負責其他。</a:t>
            </a:r>
          </a:p>
          <a:p>
            <a:r>
              <a:t>講稿 2. 模型只做兩件事：決定查什麼、把結果寫成話。查之前程式驗證每個參數值真的存在；圖是從結果的形狀推的，模型不能指定圓餅圖。</a:t>
            </a:r>
          </a:p>
          <a:p>
            <a:r>
              <a:t>講稿 3. 評測是 70 題別人出的，該答 42、該拒 28，各考三遍。第一次 79%，錯的方向是膽小——該答的它拒，這是可以活的方向。</a:t>
            </a:r>
          </a:p>
          <a:p>
            <a:r>
              <a:t>講稿 4. 答案裡的數字有核對，那次出現一個 58.1%，資料裡沒有，191/585 其實是 32.6%——頁面現在會標出來。</a:t>
            </a:r>
          </a:p>
          <a:p/>
          <a:p>
            <a:r>
              <a:t>面試官會問：</a:t>
            </a:r>
          </a:p>
          <a:p>
            <a:r>
              <a:t>Q：為什麼題目要別人出？</a:t>
            </a:r>
          </a:p>
          <a:p>
            <a:r>
              <a:t>A：在場的 20 題是 100%，因為出題的人就是寫 prompt 的人。三個沒看過 prompt 的人出 70 題，第一次 79%，這才是規劃器的分數。</a:t>
            </a:r>
          </a:p>
          <a:p/>
          <a:p>
            <a:r>
              <a:t>Q：為什麼打分打計畫不打答案？</a:t>
            </a:r>
          </a:p>
          <a:p>
            <a:r>
              <a:t>A：工具是確定的：計畫對，查回來的資料就對。答案是另一場考試 synthesis_eval，量的是「文字是不是忠於它拿到的數字」，兩種語言都要跑。</a:t>
            </a:r>
          </a:p>
          <a:p/>
          <a:p>
            <a:r>
              <a:t>Q：該答 42 題只對 27 題，這個數字怎麼讀？</a:t>
            </a:r>
          </a:p>
          <a:p>
            <a:r>
              <a:t>A：沒拿分的 15 題大多是它拒答了該答的——膽小的方向。之後每次加工具都重考這 70 題，看膽子有沒有變大到不該的地方。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白話：讓模型自己寫 SQL 能多答幾題，代價是它會寫出「看起來對、其實錯」的查詢；所以做成有對照組的實驗，門擋在它和資料庫之間。</a:t>
            </a:r>
          </a:p>
          <a:p/>
          <a:p>
            <a:r>
              <a:t>講稿 1. 之前有一條 invariant 是「不做 text-to-SQL」，理由是一句語法對、意思錯的 SQL 會回一個看起來合理的數字然後被拿去用。</a:t>
            </a:r>
          </a:p>
          <a:p>
            <a:r>
              <a:t>講稿 2. 但 70 題裡有六題的維度沒有任何工具能表達，全被拒答。所以做成實驗：有對照組，兩組各考三遍，14 句 SQL 我一句一句裁定。</a:t>
            </a:r>
          </a:p>
          <a:p>
            <a:r>
              <a:t>講稿 3. 結果多答了 4 題，也真的出現那個被害怕的失敗：一句查一個不存在的狀態值，回 0，看起來像答案。</a:t>
            </a:r>
          </a:p>
          <a:p>
            <a:r>
              <a:t>講稿 4. 所以工具留下，門加一條：值不存在就拒絕。意思錯的那種門看不到，這句誠實寫在頁面上。</a:t>
            </a:r>
          </a:p>
          <a:p/>
          <a:p>
            <a:r>
              <a:t>面試官會問：</a:t>
            </a:r>
          </a:p>
          <a:p>
            <a:r>
              <a:t>Q：守門層擋得住什麼、擋不住什麼？</a:t>
            </a:r>
          </a:p>
          <a:p>
            <a:r>
              <a:t>A：擋得住：寫入、多句、不在清單的表、讀檔函式、超過 200 列或 2 秒、看答案欄（副本裡沒有那個欄位）、比對一個不存在的值。擋不住：欄位用對了但意思用錯，像把 index_on_board 當位置。那類靠 prompt 規則和印在頁面上的 SQL。</a:t>
            </a:r>
          </a:p>
          <a:p/>
          <a:p>
            <a:r>
              <a:t>Q：為什麼要有控制組？</a:t>
            </a:r>
          </a:p>
          <a:p>
            <a:r>
              <a:t>A：因為加一個工具會改變規劃器在別的題上的行為——08-25 加誤判率工具時就發生過，該拒的從 28/28 掉到 21/28。沒有控制組看不出哪些變化是工具本身、哪些是它讓規劃器變膽。</a:t>
            </a:r>
          </a:p>
          <a:p/>
          <a:p>
            <a:r>
              <a:t>Q：多答四題值得冒這個險嗎？</a:t>
            </a:r>
          </a:p>
          <a:p>
            <a:r>
              <a:t>A：數字說值得，條件是門是結構性的：兩句錯的 SQL 現在一句被守門擋下（值不存在）、一句仍然要靠人看頁面上的 SQL。這句話寫在 invariant 裡，不藏。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白話：每加一個工具，規劃器就在跟那個工具無關的題目上變得更敢答；而有一種題它永遠規劃不出來——那是下一個該做的東西，而且不是迴圈。</a:t>
            </a:r>
          </a:p>
          <a:p/>
          <a:p>
            <a:r>
              <a:t>講稿 1. 這一頁講兩件事。第一，每加一個工具，規劃器會在跟它無關的題目上變膽——08-25 加誤判率工具，該拒的從 28 掉到 21；08-29 加 SQL，事件組合被 SELECT 吃掉。所以每次加工具都重考 70 題。</a:t>
            </a:r>
          </a:p>
          <a:p>
            <a:r>
              <a:t>講稿 2. 第二，我教它「沒指名但集合很小就全部查」，三種措辭量到定案，該答不退、該拒變好、穩定度變好。</a:t>
            </a:r>
          </a:p>
          <a:p>
            <a:r>
              <a:t>講稿 3. 但有一題怎麼教都不會：最差的那台的事件。它想把第一步的結果傳給第二步，架構沒有這條路。</a:t>
            </a:r>
          </a:p>
          <a:p>
            <a:r>
              <a:t>講稿 4. 那條路叫依賴參數，不是迴圈，我知道它長什麼樣但刻意沒做——等真有人問出這種題。</a:t>
            </a:r>
          </a:p>
          <a:p/>
          <a:p>
            <a:r>
              <a:t>面試官會問：</a:t>
            </a:r>
          </a:p>
          <a:p>
            <a:r>
              <a:t>Q：為什麼不直接做 agent 迴圈？</a:t>
            </a:r>
          </a:p>
          <a:p>
            <a:r>
              <a:t>A：迴圈要加三樣東西：圖上一條往回的箭頭、什麼時候停的規則和預算、評測從打計畫變成打路徑。而 70 題裡沒有一題需要「看了結果再想」，需要的只是把第一步的一個值填進第二步——那是依賴參數，程式做的，不是模型邊看邊想。</a:t>
            </a:r>
          </a:p>
          <a:p/>
          <a:p>
            <a:r>
              <a:t>Q：你怎麼確定規則沒有放太寬？</a:t>
            </a:r>
          </a:p>
          <a:p>
            <a:r>
              <a:t>A：第一版就放太寬了：一個排序工具能答的題被拆成六個查詢，「這片板子」被當成集合去猜。加兩條限制再考，該答 28/42 不變、該拒從 15 到 17。而且新加的三題裡有一題是「上次出問題的那台」——必須繼續拒答，它三次都拒。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白話：一張圖看完 /ask 這一層：以前沒指名就拒答或亂猜，現在會把整個集合掃一遍，還做不到的是「第二步要用第一步的答案」。</a:t>
            </a:r>
          </a:p>
          <a:p/>
          <a:p>
            <a:r>
              <a:t>頁面上只有圖；要點：</a:t>
            </a:r>
          </a:p>
          <a:p>
            <a:r>
              <a:t>• 以前：沒指名任何一台，規劃器要嘛拒答、要嘛自己挑一台——15/28 該拒的有拒、58/70 三遍一致</a:t>
            </a:r>
          </a:p>
          <a:p>
            <a:r>
              <a:t>• 現在：機台、線別、班別、事件種類都列在 prompt 裡，規則是排序一次加每個成員各查一次——28/42 不變、17/28、64/70</a:t>
            </a:r>
          </a:p>
          <a:p>
            <a:r>
              <a:t>• 還做不到：計畫在第一個查詢跑之前就寫完，第一步的結果沒有通道流回計畫，模型只能寫佔位符或拒答</a:t>
            </a:r>
          </a:p>
          <a:p>
            <a:r>
              <a:t>• 下一個機制叫依賴參數：程式在第一步回來之後填真值，規劃還是一次——不是 agent 迴圈，刻意還沒做</a:t>
            </a:r>
          </a:p>
          <a:p/>
          <a:p>
            <a:r>
              <a:t>講稿 1. 這張圖是上一頁的三欄版本，我用它來講 /ask 到底能問到多遠。</a:t>
            </a:r>
          </a:p>
          <a:p>
            <a:r>
              <a:t>講稿 2. 左邊是以前：問「哪一台機台誤判最多」，沒指名，它要嘛拒答要嘛自己挑一台——後者比較危險，因為答案看起來是真的。</a:t>
            </a:r>
          </a:p>
          <a:p>
            <a:r>
              <a:t>講稿 3. 中間是現在：機台這種集合很小又列在 prompt 裡，所以規則是排序一次、再對每個成員各查一次，一次規劃同時展開；該答的沒退步，該拒的和穩定度都變好。</a:t>
            </a:r>
          </a:p>
          <a:p>
            <a:r>
              <a:t>講稿 4. 右邊是這一層的邊界：第二步要用第一步的答案，而計畫是在任何查詢跑之前就寫完的，架構裡沒有這條回流的通道。</a:t>
            </a:r>
          </a:p>
          <a:p>
            <a:r>
              <a:t>講稿 5. 那條通道我知道長什麼樣，叫依賴參數，程式填值不是模型邊看邊想——刻意沒做，因為七十題裡還沒有人真的問出這種題。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白話：一個模型的分數只能回答它被訓練去回答的問題；它錯的時候是有信心地錯，所以在它自己的輸出上找不到切點，要靠第二種不共用失敗的量測。</a:t>
            </a:r>
          </a:p>
          <a:p/>
          <a:p>
            <a:r>
              <a:t>頁面上只有圖；要點：</a:t>
            </a:r>
          </a:p>
          <a:p>
            <a:r>
              <a:t>• 有樣板：複判器的分數就是在答「是不是誤報」，所以排掉 55.6% 的人工——這把尺量的就是那個問題</a:t>
            </a:r>
          </a:p>
          <a:p>
            <a:r>
              <a:t>• 但它漏掉的 short 是 1.55%，預算的 3.1 倍；它放掉的瑕疵分數是 0.00007–0.00589，留下的中位數 1.000——兩堆不重疊，是有信心的錯</a:t>
            </a:r>
          </a:p>
          <a:p>
            <a:r>
              <a:t>• 沒樣板：偵測器的分數在答「這裡有沒有東西」。直接排 1.2%、換專門判誤報的模型 2.8%、放大四倍 0.6%</a:t>
            </a:r>
          </a:p>
          <a:p>
            <a:r>
              <a:t>• 所以不是模型不夠好是資訊不夠：補參考（CAD/Gerber、黃金板）或補第二種物理量（3D SPI 高度、電測）</a:t>
            </a:r>
          </a:p>
          <a:p/>
          <a:p>
            <a:r>
              <a:t>講稿 1. 這張是把兩個看起來無關的發現放在一起，因為它們的答案是同一個。</a:t>
            </a:r>
          </a:p>
          <a:p>
            <a:r>
              <a:t>講稿 2. 左邊有樣板的線：複判器的分數本來就在回答「是不是誤報」，所以拿它排序排掉了 52.8% 的人工，尺是對的。可是它漏掉的 short 是預算的三倍，而且它放掉那些瑕疵的時候分數是 0.00007 到 0.00589，留下的中位數是 1.000——兩堆完全不重疊。</a:t>
            </a:r>
          </a:p>
          <a:p>
            <a:r>
              <a:t>講稿 3. 那代表它是有信心地錯，不是猶豫地錯，所以在它自己的輸出上永遠找不到一個切點把那些漏檢挑出來。門檻調再嚴也沒用。</a:t>
            </a:r>
          </a:p>
          <a:p>
            <a:r>
              <a:t>講稿 4. 右邊沒樣板的線：偵測器的分數回答的是「這裡有沒有東西」，不是「是不是誤報」。三個角度都試過——直接排 1.2%、換一個專門判誤報的模型 2.8%、把照片放大四倍 0.6%，最後一個還更差。</a:t>
            </a:r>
          </a:p>
          <a:p>
            <a:r>
              <a:t>講稿 5. 所以兩邊的結論是同一句：要關掉盲點只能加一個不共用同一種失敗的量測。有樣板的線是電測，沒樣板的線是給它參考或給它 3D SPI 的高度——都不是換更大的模型。</a:t>
            </a:r>
          </a:p>
          <a:p/>
          <a:p>
            <a:r>
              <a:t>面試官會問：</a:t>
            </a:r>
          </a:p>
          <a:p>
            <a:r>
              <a:t>Q：為什麼不對漏掉的那一類單獨設更嚴的門檻？</a:t>
            </a:r>
          </a:p>
          <a:p>
            <a:r>
              <a:t>A：因為那些不是模糊地帶。複判器放掉的 open，P(open) 是 0.00007 到 0.00589，它留下的中位數是 1.000——兩堆之間沒有重疊區可以切。任何在模型自己輸出上的切法都分不開，這是「有信心的錯」的定義。</a:t>
            </a:r>
          </a:p>
          <a:p/>
          <a:p>
            <a:r>
              <a:t>Q：那你會怎麼提案給產線？</a:t>
            </a:r>
          </a:p>
          <a:p>
            <a:r>
              <a:t>A：不是換模型，是補一個不共用失敗的量測。有樣板的線用電測，WI-201 本來就寫了；沒樣板的 SMT 線用 CAD/Gerber 或黃金板把樣板通道補回來，或用 3D SPI 的錫膏高度——高度是一個視覺模型看不到的物理量。</a:t>
            </a:r>
          </a:p>
          <a:p/>
          <a:p>
            <a:r>
              <a:t>Q：你怎麼知道是資訊不夠而不是模型不夠好？</a:t>
            </a:r>
          </a:p>
          <a:p>
            <a:r>
              <a:t>A：因為我把偵測器的框裁下來，用跟複判器一模一樣的架構重訓一個專門判誤報的模型，唯一差別是少了樣板通道，同樣 578 個候選只有 2.8%。再把輸入解析度加倍，掉到 0.6%。三個方向都指向同一個限制。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白話：前端不是用喜好選的。只有兩個變數——有沒有樣板、是不是二值化影像——而且有一個十分鐘的閘門可以直接告訴你答案。</a:t>
            </a:r>
          </a:p>
          <a:p/>
          <a:p>
            <a:r>
              <a:t>講稿 1. 面試官問「那你要換哪一個前端」，我的答案不是一個名字，是一張表加一個閘門。</a:t>
            </a:r>
          </a:p>
          <a:p>
            <a:r>
              <a:t>講稿 2. 只有兩個變數：有沒有樣板、是不是二值化。DeepPCB 是有樣板加二值化，所以相減就夠；PCB-AoI 是 SMT 沒有樣板，所以只能用偵測器，而它找得到排不掉。</a:t>
            </a:r>
          </a:p>
          <a:p>
            <a:r>
              <a:t>講稿 3. HRIPCB 是第三格：有樣板但是照片。所以不該丟掉樣板去換偵測器——我自己量過，拿掉樣板通道同一個 ResNet 只剩 2.8%。該換的是那個全域灰階門檻，換成吃 (樣板, 待測) 這一對的學出來的變化偵測。</a:t>
            </a:r>
          </a:p>
          <a:p>
            <a:r>
              <a:t>講稿 4. 但順序是先修對位：693 張旋轉的 pair 拒了 563 張，吃樣板的前端在那之前都是死的。</a:t>
            </a:r>
          </a:p>
          <a:p>
            <a:r>
              <a:t>講稿 5. 最後一句一定要講：這三條我都沒有量過。量出來的是壞在哪一層，不是修法會成功。</a:t>
            </a:r>
          </a:p>
          <a:p/>
          <a:p>
            <a:r>
              <a:t>面試官會問：</a:t>
            </a:r>
          </a:p>
          <a:p>
            <a:r>
              <a:t>Q：那你要換哪一個前端？</a:t>
            </a:r>
          </a:p>
          <a:p>
            <a:r>
              <a:t>A：看兩件事：有沒有樣板、是不是二值化影像。而且我不用猜——gate_check.py 拿一批板子跑一次相減就知道，DeepPCB 過、HRIPCB 任何設定都不過。HRIPCB 是有樣板的灰階照片，所以我會保留樣板、把全域門檻換成學出來的變化偵測，而不是換成偵測器。</a:t>
            </a:r>
          </a:p>
          <a:p/>
          <a:p>
            <a:r>
              <a:t>Q：為什麼不乾脆全部用 YOLO？</a:t>
            </a:r>
          </a:p>
          <a:p>
            <a:r>
              <a:t>A：因為那會丟掉樣板通道，而樣板通道是必要的——我拿偵測器的框裁下來、用同一個 ResNet-18 只少樣板通道重訓，在 ≤0.5% 下只剩 2.8%。偵測器是「沒有樣板可用」時的答案，不是通用答案。</a:t>
            </a:r>
          </a:p>
          <a:p/>
          <a:p>
            <a:r>
              <a:t>Q：那 YOLO 那次不就白做了？</a:t>
            </a:r>
          </a:p>
          <a:p>
            <a:r>
              <a:t>A：不是，它回答的是另一半：沒有樣板的時候會怎樣。答案是找得到（91.6%）、排不掉（1.2%）。那次的產出正好是我在 HRIPCB 上不丟掉樣板的理由。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白話：程式一直是對的，只有寫在最顯眼地方的那個數字是舊的——所以文件也要有測試。</a:t>
            </a:r>
          </a:p>
          <a:p/>
          <a:p>
            <a:r>
              <a:t>講稿 1. 最後一個錯是關於文件的：README 第一行的 56.2%，是一份沒有 commit 的表產生的，實際是 52.8%。</a:t>
            </a:r>
          </a:p>
          <a:p>
            <a:r>
              <a:t>講稿 2. 程式一直是對的：對位開了、重訓了、門檻重掃了，全照流程。只有文字留在原地。</a:t>
            </a:r>
          </a:p>
          <a:p>
            <a:r>
              <a:t>講稿 3. 所以文件也有測試：四份文件裡的數字必須屬於 benchmarks 裡的某個 run，舊數字只能出現在標日期的段落裡。</a:t>
            </a:r>
          </a:p>
          <a:p>
            <a:r>
              <a:t>講稿 4. 這一頁我想講的是：這個專案裡每個數字都能被追到它的 run，包括投影片上的這些——這份投影片本身也過那個測試。</a:t>
            </a:r>
          </a:p>
          <a:p/>
          <a:p>
            <a:r>
              <a:t>面試官會問：</a:t>
            </a:r>
          </a:p>
          <a:p>
            <a:r>
              <a:t>Q：為什麼 benchmarks.md 只增不改？</a:t>
            </a:r>
          </a:p>
          <a:p>
            <a:r>
              <a:t>A：因為改了就看不出結論什麼時候翻過。INT8 那次 08-23 說不值得、08-26 說成立，兩筆都在，讀者看得到是權重換了。</a:t>
            </a:r>
          </a:p>
          <a:p/>
          <a:p>
            <a:r>
              <a:t>Q：投影片上的數字怎麼保證是對的？</a:t>
            </a:r>
          </a:p>
          <a:p>
            <a:r>
              <a:t>A：tests/test_deck.py：每一頁引用的數字必須出現在 benchmarks.md 或那四份被盯著的文件裡。這份投影片是從 scripts/deck_content.py 產的，內容和 pptx、網頁、講義三份一個來源。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白話：四件事沒做，每一件都有一個寫下來的理由，而不是沒時間。</a:t>
            </a:r>
          </a:p>
          <a:p/>
          <a:p>
            <a:r>
              <a:t>講稿 1. 最後講沒做的，因為面試官一定會問。</a:t>
            </a:r>
          </a:p>
          <a:p>
            <a:r>
              <a:t>講稿 2. Shadow mode 是對的下一步，但需要一條真的產線；在這裡建，量出來的是種出來的資料，那正是偵測器專案當年被砍的形狀。</a:t>
            </a:r>
          </a:p>
          <a:p>
            <a:r>
              <a:t>講稿 3. 依賴參數等真題；重訓等真標籤；電測不在這個系統裡。</a:t>
            </a:r>
          </a:p>
          <a:p>
            <a:r>
              <a:t>講稿 4. 收尾一句：每個門檻引得到檔案、每個數字在 benchmarks 裡、每個錯有它產生的測試。</a:t>
            </a:r>
          </a:p>
          <a:p/>
          <a:p>
            <a:r>
              <a:t>面試官會問：</a:t>
            </a:r>
          </a:p>
          <a:p>
            <a:r>
              <a:t>Q：如果明天給你一條真的產線，第一件事做什麼？</a:t>
            </a:r>
          </a:p>
          <a:p>
            <a:r>
              <a:t>A：Shadow mode：模型跟著現有流程跑，只記錄它會怎麼判。資料庫已經支援——決定只累加不覆蓋，模型一筆、人一筆並排。目的是重建漏網率的證據，因為一個看 100 個缺陷的試跑證明不了 0.5% 的預算。</a:t>
            </a:r>
          </a:p>
          <a:p/>
          <a:p>
            <a:r>
              <a:t>Q：這個專案最大的限制是什麼？</a:t>
            </a:r>
          </a:p>
          <a:p>
            <a:r>
              <a:t>A：資料是二值化的 DeepPCB，相減前端的適用範圍就是這種影像；真的照片要換前端，而偵測器前端的 confidence 排不掉誤報，1.2%。這兩個結論從兩邊碰頭，都量過。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白話：十個 epoch、四分鐘；看的不是準確率那條，是「在漏網預算下省掉多少」那條。</a:t>
            </a:r>
          </a:p>
          <a:p/>
          <a:p>
            <a:r>
              <a:t>講稿 1. 面試官問「你怎麼訓練的、有沒有過擬合」，翻這一頁。</a:t>
            </a:r>
          </a:p>
          <a:p>
            <a:r>
              <a:t>講稿 2. 三條線：訓練 loss 一直降；驗證準確率兩個 epoch 就飽和；真正選模型用的是第三條——漏網預算下省掉的比例。</a:t>
            </a:r>
          </a:p>
          <a:p>
            <a:r>
              <a:t>講稿 3. 準確率會騙人：它把漏一個缺陷和多看一個誤報算一樣。</a:t>
            </a:r>
          </a:p>
          <a:p>
            <a:r>
              <a:t>講稿 4. loss 還在降、驗證指標不動，就是在背訓練集，所以十個 epoch 就停。</a:t>
            </a:r>
          </a:p>
          <a:p/>
          <a:p>
            <a:r>
              <a:t>面試官會問：</a:t>
            </a:r>
          </a:p>
          <a:p>
            <a:r>
              <a:t>Q：為什麼不用 val_accuracy 選 checkpoint？</a:t>
            </a:r>
          </a:p>
          <a:p>
            <a:r>
              <a:t>A：它第 2 個 epoch 就 97%，之後不動，而且它把漏網和誤報算一樣的錯。用的是驗證集上 ≤0.5% 漏網下省掉的比例，第 9 個 epoch 最高。</a:t>
            </a:r>
          </a:p>
          <a:p/>
          <a:p>
            <a:r>
              <a:t>Q：有沒有過擬合？</a:t>
            </a:r>
          </a:p>
          <a:p>
            <a:r>
              <a:t>A：train_loss 降到 0.02 時驗證指標已經平了三個 epoch——是背訓練集的跡象，所以停在 10 個 epoch。驗證集按板子切，這個判斷才可信。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白話：同一把尺（≤0.5% 漏網下省掉多少）量五種做法。輸入裡有沒有樣板、起點是不是預訓練的，比網路多大重要得多。</a:t>
            </a:r>
          </a:p>
          <a:p/>
          <a:p>
            <a:r>
              <a:t>講稿 1. 「為什麼是這個模型」的答案在這張表：同一把尺量五種做法，沒有一種是換更大的網路。</a:t>
            </a:r>
          </a:p>
          <a:p>
            <a:r>
              <a:t>講稿 2. 先看地板：不用模型、只算差異圖的統計，1.3%。模型 52.8%，四十倍。</a:t>
            </a:r>
          </a:p>
          <a:p>
            <a:r>
              <a:t>講稿 3. 中間三列各拿掉一樣東西：拿掉 ImageNet 起點剩 42.3%，拿掉樣板通道剩 2.8%，整條換成偵測器的信心 1.2%。</a:t>
            </a:r>
          </a:p>
          <a:p>
            <a:r>
              <a:t>講稿 4. 所以關鍵不是網路多大，是輸入裡有沒有「本來該長怎樣」、起點裡有沒有現成的特徵。剩下的漏網是很有信心的錯，那不是容量問題。</a:t>
            </a:r>
          </a:p>
          <a:p/>
          <a:p>
            <a:r>
              <a:t>面試官會問：</a:t>
            </a:r>
          </a:p>
          <a:p>
            <a:r>
              <a:t>Q：為什麼不試 ResNet-50 或 ViT？</a:t>
            </a:r>
          </a:p>
          <a:p>
            <a:r>
              <a:t>A：剩下的 15 個漏網是 confident errors——模型給它們的 P(open) 是 0.00007 到 0.00589，換大模型解決的是模糊地帶，不是這種。而且 CPU 2.5 ms 一個候選已經是週期的零頭。</a:t>
            </a:r>
          </a:p>
          <a:p/>
          <a:p>
            <a:r>
              <a:t>Q：地板是怎麼算的？</a:t>
            </a:r>
          </a:p>
          <a:p>
            <a:r>
              <a:t>A：差異圖上不用模型就能算的分數：平均值、最大值、前 32/64/128 個像素的和、超過某亮度的像素數，各自當 P(false call) 掃同一條曲線，最好的在 ≤0.5% 下是 1.3%。還放了一個沒有訊號的常數分數當對照組，省 0.0%——證明那個 1.3% 不是掃描自己變出來的。</a:t>
            </a:r>
          </a:p>
          <a:p/>
          <a:p>
            <a:r>
              <a:t>Q：二值化的板子差異圖跟 ImageNet 一點都不像，預訓練憑什麼有用？</a:t>
            </a:r>
          </a:p>
          <a:p>
            <a:r>
              <a:t>A：我也這樣懷疑，所以量了。三個 seed、每個 seed 內兩邊用同一份切分，ImageNet 贏 6.71 / 18.07 / 10.46 分，全同方向；尺是「什麼都不改」的 seed 離散度 3.1 分。而且它買到的不只是分數：隨機起點那邊三個 seed 跨 8.7 分，ImageNet 那邊只跨 3.1，重訓一次會跳多少差三倍。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白話：兩種量化在漏網預算上幾乎一樣，差別在速度和校正方式；而且這個結論換權重就要重量。</a:t>
            </a:r>
          </a:p>
          <a:p/>
          <a:p>
            <a:r>
              <a:t>講稿 1. INT8 動態和靜態的差別，面試官問到就翻這張。</a:t>
            </a:r>
          </a:p>
          <a:p>
            <a:r>
              <a:t>講稿 2. 在漏網預算上：動態 52.5、靜態 53.0，對 FP32 的 52.8，都在一點以內。類別一致 99.8%，不一致十幾個。</a:t>
            </a:r>
          </a:p>
          <a:p>
            <a:r>
              <a:t>講稿 3. 靜態快 3.87 倍，但要校正集；校正集只用訓練 split，不碰 test。</a:t>
            </a:r>
          </a:p>
          <a:p>
            <a:r>
              <a:t>講稿 4. 理由是記憶體，389 到 81 MB。而且這個結論在舊權重上是反的，所以量化進了重訓的檢查清單。</a:t>
            </a:r>
          </a:p>
          <a:p/>
          <a:p>
            <a:r>
              <a:t>面試官會問：</a:t>
            </a:r>
          </a:p>
          <a:p>
            <a:r>
              <a:t>Q：動態和靜態的差別是什麼？</a:t>
            </a:r>
          </a:p>
          <a:p>
            <a:r>
              <a:t>A：動態在推論時算 activation 的範圍，不用校正集，慢一點（1.31x）；靜態先用 512 個 trainval patch 校正好範圍，快 3.87x，但校正集選錯 split 就是作弊。兩者在 ≤0.5% 下是 52.5% 對 53.0%。</a:t>
            </a:r>
          </a:p>
          <a:p/>
          <a:p>
            <a:r>
              <a:t>Q：為什麼最後沒部署 INT8？</a:t>
            </a:r>
          </a:p>
          <a:p>
            <a:r>
              <a:t>A：因為延遲不是問題：FP32 一個候選 2.53 ms，一片板 20 個候選 50 ms，週期 10 秒。記憶體 5 倍是真的好處，但站台目前沒有這個壓力，float32 加它掃出來的門檻更單純。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白話：這麼小的模型，一次一個的時候 GPU 派工的成本比算還貴；批到 8 個 GPU 才贏。</a:t>
            </a:r>
          </a:p>
          <a:p/>
          <a:p>
            <a:r>
              <a:t>講稿 1. 「複判站要不要 GPU」的答案：不用。一個候選 CPU 2.5 毫秒。</a:t>
            </a:r>
          </a:p>
          <a:p>
            <a:r>
              <a:t>講稿 2. 反直覺的是 GPU 一次一個反而慢 2.9 倍，因為派工比算貴；批到 8 個才翻過來。</a:t>
            </a:r>
          </a:p>
          <a:p>
            <a:r>
              <a:t>講稿 3. CPU 有個懸崖在 batch 16，所以批 8。</a:t>
            </a:r>
          </a:p>
          <a:p>
            <a:r>
              <a:t>講稿 4. 這一頁還有一個教訓：ollama ps 不是 GPU 檢查，第一次量的數字是在旁邊有訓練跑的時候量的，作廢。</a:t>
            </a:r>
          </a:p>
          <a:p/>
          <a:p>
            <a:r>
              <a:t>面試官會問：</a:t>
            </a:r>
          </a:p>
          <a:p>
            <a:r>
              <a:t>Q：複判站需要 GPU 嗎？</a:t>
            </a:r>
          </a:p>
          <a:p>
            <a:r>
              <a:t>A：不需要。CPU p50 2.50 ms 一個候選，43 MB 的 checkpoint；GPU 在 batch 1 反而慢 2.9 倍，batch 8 才追過。</a:t>
            </a:r>
          </a:p>
          <a:p/>
          <a:p>
            <a:r>
              <a:t>Q：你怎麼確定延遲數字沒被別的工作污染？</a:t>
            </a:r>
          </a:p>
          <a:p>
            <a:r>
              <a:t>A：腳本量之前和之後都掃 ollama ps 和 process table，有 torch/ffmpeg 在跑就拒絕發布。這條規則是被一次作廢的量測換來的。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白話：偵測器訓 56 分鐘找得到瑕疵；拿它的框訓同一個 ResNet、沒有樣板通道，曲線根本爬不起來。</a:t>
            </a:r>
          </a:p>
          <a:p/>
          <a:p>
            <a:r>
              <a:t>講稿 1. 偵測器那兩個實驗的訓練細節在這頁。</a:t>
            </a:r>
          </a:p>
          <a:p>
            <a:r>
              <a:t>講稿 2. YOLO26n 六十個 epoch、56 分鐘，找得到 92% 的瑕疵。</a:t>
            </a:r>
          </a:p>
          <a:p>
            <a:r>
              <a:t>講稿 3. 重點是下面這條曲線：拿它的框訓同一個 ResNet、沒有樣板通道，驗證集上省掉的比例十個 epoch 都在 1 到 3%，根本爬不起來。</a:t>
            </a:r>
          </a:p>
          <a:p>
            <a:r>
              <a:t>講稿 4. 訓練條件的限制都寫了：CPU 上訓、一個 seed、偵測器看過訓練圖。</a:t>
            </a:r>
          </a:p>
          <a:p/>
          <a:p>
            <a:r>
              <a:t>面試官會問：</a:t>
            </a:r>
          </a:p>
          <a:p>
            <a:r>
              <a:t>Q：imgsz 為什麼是 640？</a:t>
            </a:r>
          </a:p>
          <a:p>
            <a:r>
              <a:t>A：YOLO 的預設，目標中位數 17 px 在 640 下大約 1% 的畫幅。1280 是唯一沒試、可能有用的方向，文件裡寫著沒試。</a:t>
            </a:r>
          </a:p>
          <a:p/>
          <a:p>
            <a:r>
              <a:t>Q：crop 複判器訓不起來，會不會是訓練有問題？</a:t>
            </a:r>
          </a:p>
          <a:p>
            <a:r>
              <a:t>A：有可能，而且條目裡寫了限制：CPU 訓、一個 seed。但 train_loss 降到 0.03、val_accuracy 83%，模型有在學；它學不到的是在 ≤0.5% 漏網下把誤報排掉，那條線在 1–3%。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白話：同一個相減、同一組門檻掃過去：二值圖上 recall 96% 且誤報穩定；照片上要 recall 就要付 860 個誤報一張。</a:t>
            </a:r>
          </a:p>
          <a:p/>
          <a:p>
            <a:r>
              <a:t>講稿 1. 第 13 頁講 HRIPCB 第一關就壞，這裡是那三條曲線。</a:t>
            </a:r>
          </a:p>
          <a:p>
            <a:r>
              <a:t>講稿 2. DeepPCB 的線是平的：門檻從 30 到 100 recall 都 95.7%，因為二值圖沒有灰階可以調，差異不是 0 就是 255。</a:t>
            </a:r>
          </a:p>
          <a:p>
            <a:r>
              <a:t>講稿 3. HRIPCB 對齊的線陡降：門檻 10 還有 92%，到 60 只剩 14%。加擾動之後，門檻 10 每張 860 個誤報。</a:t>
            </a:r>
          </a:p>
          <a:p>
            <a:r>
              <a:t>講稿 4. 沒有任何一點同時 recall 夠高、誤報夠低，這就是「任何設定都過不了」的意思。</a:t>
            </a:r>
          </a:p>
          <a:p/>
          <a:p>
            <a:r>
              <a:t>面試官會問：</a:t>
            </a:r>
          </a:p>
          <a:p>
            <a:r>
              <a:t>Q：HRIPCB 的 short 類 recall 為什麼特別低？</a:t>
            </a:r>
          </a:p>
          <a:p>
            <a:r>
              <a:t>A：對齊版門檻 10 時 short 只有 60.3%，其他類 97% 以上。short 是兩條線之間細細的一道橋，在照片上灰階差最淡，相減最先丟掉它。</a:t>
            </a:r>
          </a:p>
          <a:p/>
          <a:p>
            <a:r>
              <a:t>Q：DeepPCB 的門檻 60 是怎麼選的？</a:t>
            </a:r>
          </a:p>
          <a:p>
            <a:r>
              <a:t>A：在二值圖上門檻 30 到 100 結果一樣（recall 95.7%、10.7 個誤報），所以 60 只是中間值。這也是為什麼它在照片上會失效：那個數字從來沒被真的灰階考驗過。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白話：一份訓練和量測、一份只給偵測器、一份只當考卷。</a:t>
            </a:r>
          </a:p>
          <a:p/>
          <a:p>
            <a:r>
              <a:t>講稿 1. 面試官問「你的資料哪來的」，這一頁。</a:t>
            </a:r>
          </a:p>
          <a:p>
            <a:r>
              <a:t>講稿 2. 三份，各做一件事。DeepPCB 是主線。PCB-AoI 只給偵測器，因為它沒有樣板。HRIPCB 只當考卷。</a:t>
            </a:r>
          </a:p>
          <a:p>
            <a:r>
              <a:t>講稿 3. 產線的機台、批號那些是種出來的，而且種的時候放了對照組，讓工具有機會答錯。</a:t>
            </a:r>
          </a:p>
          <a:p>
            <a:r>
              <a:t>講稿 4. 驗收標準是自己寫的，不是 IPC，因為那有版權。</a:t>
            </a:r>
          </a:p>
          <a:p/>
          <a:p>
            <a:r>
              <a:t>面試官會問：</a:t>
            </a:r>
          </a:p>
          <a:p>
            <a:r>
              <a:t>Q：模擬的產線資料會不會讓 /ask 的評測失真？</a:t>
            </a:r>
          </a:p>
          <a:p>
            <a:r>
              <a:t>A：種的時候故意放了控制組：M22 和 M32 有真的效果，另外三台機有事件但沒效果，M11 承接鏡像。一個工具如果對「有沒有事件」而不是「有沒有影響」打分，會在控制組上露餡。</a:t>
            </a:r>
          </a:p>
          <a:p/>
          <a:p>
            <a:r>
              <a:t>Q：HRIPCB 為什麼不合併到 DeepPCB 的類別表？</a:t>
            </a:r>
          </a:p>
          <a:p>
            <a:r>
              <a:t>A：它的 missing_hole 不是 DeepPCB 的 pin-hole，而且沒有對應的工作指示。硬合併等於替一個沒有驗收標準的類別發明標準。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白話：每個數字都有一個打得開的檔案；測試在數字和出處分開時會紅。</a:t>
            </a:r>
          </a:p>
          <a:p/>
          <a:p>
            <a:r>
              <a:t>講稿 1. 「你的門檻怎麼來的」——這一頁一次答完。</a:t>
            </a:r>
          </a:p>
          <a:p>
            <a:r>
              <a:t>講稿 2. 兩個路由門檻是同一個數字，來自掃描，往上取整；一個是關係式。</a:t>
            </a:r>
          </a:p>
          <a:p>
            <a:r>
              <a:t>講稿 3. 有測試盯著：數字和它的出處分開就紅，第 11 頁那個錯就是這樣被鎖住的。</a:t>
            </a:r>
          </a:p>
          <a:p>
            <a:r>
              <a:t>講稿 4. 灰階門檻 60 在二值圖上 30 到 100 都一樣，這也是它在照片上失效的原因。</a:t>
            </a:r>
          </a:p>
          <a:p/>
          <a:p>
            <a:r>
              <a:t>面試官會問：</a:t>
            </a:r>
          </a:p>
          <a:p>
            <a:r>
              <a:t>Q：如果換一批資料重訓，哪些數字要動？</a:t>
            </a:r>
          </a:p>
          <a:p>
            <a:r>
              <a:t>A：0.961 重掃、ESCALATE_BELOW 自動跟、CONFIDENT 是關係式自動跟；EXPLAINED_BAND 要重看它買到多少說明；灰階 60 換資料集要重跑 gate。這整條寫成 skill，順序不能跳。</a:t>
            </a:r>
          </a:p>
          <a:p/>
          <a:p>
            <a:r>
              <a:t>Q：為什麼 CONFIDENT 不影響任何處置？</a:t>
            </a:r>
          </a:p>
          <a:p>
            <a:r>
              <a:t>A：它只決定要不要叫 LLM 寫說明，不決定處置——掃到 0.999 改變 0 個處置。所以它是成本閘門，寫成 ESCALATE_BELOW + 0.035。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AOI 複判：一個九天的實驗紀錄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2026-08-22 → 08-30 · 201 個 commit · 1,401 個測試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每個門檻引得到檔案，每個數字在 benchmarks 裡，每個錯有它產生的測試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開場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1 / 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一頁看完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515258" cy="219456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30580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4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55.6%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30580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的人工複判被拿掉 —— 門檻 0.912，用交叉驗證選的，從來沒在報告它的那份切分上挑過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8218" y="1371600"/>
            <a:ext cx="3515258" cy="219456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6818" y="1554480"/>
            <a:ext cx="30580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4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0.82%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6818" y="2423160"/>
            <a:ext cx="30580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是漏網率的 95% 區間上緣——0.50% 只是這個 split 的點估計，讀成未知資料上的比例就不排除超預算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371600"/>
            <a:ext cx="3515258" cy="219456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6396" y="1554480"/>
            <a:ext cx="30580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4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0.66%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396" y="2423160"/>
            <a:ext cx="30580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是那個門檻的漏網率，對 0.5% 的預算——超標，而且我把它寫在頭條旁邊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3515258" cy="219456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30580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4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85.9%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30580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的區域不經過語言模型就處置完；LLM 只解釋，不決定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218" y="3840480"/>
            <a:ext cx="3515258" cy="219456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6818" y="4023360"/>
            <a:ext cx="30580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4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1,401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4892040"/>
            <a:ext cx="30580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個測試，不用 GPU、不呼叫模型；19 條 invariant 有 audit 腳本說哪一條沒被守住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開場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1/9 · 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問題：AOI 寧可多報，六成紅框是誤報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AOI 調的是 recall：漏一個缺陷的代價遠大於多圈一個</a:t>
            </a:r>
          </a:p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這個資料集上 </a:t>
            </a:r>
            <a:r>
              <a:rPr sz="18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41.2%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的候選是真缺陷，其餘是誤報 —— 真產線的誤報比例只會更高</a:t>
            </a:r>
          </a:p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目標函數因此不對稱：escape（漏網）出貨一片壞板；false call（誤報）花人幾秒</a:t>
            </a:r>
          </a:p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所以題目不是「分類準不準」，是「在漏網率預算內能拿掉多少人工」 —— 第一條 invariant 由此而來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開場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2/9 · 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架構：一個紅框往哪裡走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394" y="1005840"/>
            <a:ext cx="710290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docs/architecture-diagram.html — 五層：相減前端、複判模型、門檻與路由、agent 與站台、/ask 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3/9 · 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處置路徑：一個紅框怎麼被判</a:t>
            </a:r>
          </a:p>
        </p:txBody>
      </p:sp>
      <p:pic>
        <p:nvPicPr>
          <p:cNvPr id="3" name="Picture 2" descr="flow_dis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490" y="1005840"/>
            <a:ext cx="596071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docs/diagrams/disposition-flow-light.zh-TW.svg，由 scripts/render_diagrams.py 從 graph/flow.py 的常數產生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分析路徑：主管的一句話怎麼變成答案</a:t>
            </a:r>
          </a:p>
        </p:txBody>
      </p:sp>
      <p:pic>
        <p:nvPicPr>
          <p:cNvPr id="3" name="Picture 2" descr="flow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7" y="1005840"/>
            <a:ext cx="103327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docs/diagrams/analysis-flow-light.zh-TW.svg，同一支腳本產生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用「樣板相減」當 AOI，先過第一關再談模型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7,322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個候選，相減生出來的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41.2%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是真缺陷，其餘是誤報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S0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先過這關，再訓模型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當時要回答的問題是：相減這種最簡單的 AOI，在 DeepPCB 上能不能找到瑕疵、又會不會產生像真產線那樣的誤報。我控制灰階門檻和幾何擾動、量每張圖的 recall 和誤報數；如果 recall 過不了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90%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或擾動後誤報爆掉，就算失敗——後面的模型就沒有可信的輸入。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2783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27832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DeepPCB 每片都有黃金樣板、影像已二值化。gate_check.py 是 S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gate：掃門檻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10–60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、加位移和雜訊擾動，讀 recall 與每張圖的 false calls。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95928"/>
            <a:ext cx="13258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95928"/>
            <a:ext cx="98755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閘門通過；候選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7,322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個、真缺陷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41.2%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。這是全部後續實驗的資料基礎。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43984"/>
            <a:ext cx="11521440" cy="713232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4805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沒有在這一層犯錯，錯在它的邊界沒被寫下來：它能過，是因為二值圖裡瑕疵和對不齊的邊緣都是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255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級的差——這件事到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08-26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換資料集才知道（第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13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頁）。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212080"/>
            <a:ext cx="11521440" cy="429768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48656"/>
            <a:ext cx="13258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48656"/>
            <a:ext cx="98755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「說清楚什麼是模擬的」：誤報是相減生出來的，不是捏造的；產線資料是種出來的，站台每一頁都寫。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第一層 · 相減前端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#1：整線漏網率 5.4% → 0.61%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我算錯了，而且錯在對我有利的方向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5.4% → 0.61%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整線漏網率，我算錯了九倍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150 / 157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「沒抓到」的框其實有候選壓著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0.22% + 0.38%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牆 + 旋鈕，永遠分開報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當時要回答的問題是：整條線的漏網率是多少——AOI 沒圈到的加上模型排掉的。我用 AOI 階段的 miss 加模型的 escape；如果整線超過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就算這條線不能上。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90671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90671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第一版把 build_patches 印出的「IoU &lt;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沒對上的缺陷」當成 AOI 漏掉的，得到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5.0%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+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0.47%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≈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5.4%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22190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822190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重算：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157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個「沒對上」的缺陷裡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150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個其實有候選壓在上面，只是框畫得比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 IoU 寬。真的沒被圈到的是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——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0.22%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；模型排掉的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0.38%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；整線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0.61%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17133"/>
            <a:ext cx="11521440" cy="411480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53709"/>
            <a:ext cx="1325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553709"/>
            <a:ext cx="9875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拿一個「框畫得多緊」的統計當成「有沒有抓到」。錯在對我有利的方向更危險：改正後數字變好，沒有動機去查。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983477"/>
            <a:ext cx="11521440" cy="1207008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20053"/>
            <a:ext cx="13258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020053"/>
            <a:ext cx="987552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兩個數字，不合成一個：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0.22%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是牆（AOI 沒圈到，模型救不了），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0.38%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是旋鈕（門檻可以調）。report.py 從此不算整線數字，scripts/escape_accounting.py 才算，而且按缺陷數不按框。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2026-08-31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重跑：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0.16%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+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0.35%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=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0.51%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——牆變小了，因為那次量測早於對位階段。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第一層 · 相減前端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5/9 · 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對位：只修平移、不修旋轉，而且要能拒絕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4.6 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位移 4 px 掉的 recall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58.1 → 20.7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每片候選數，對位之後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17 /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次像素修正反而修壞的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當時要回答的問題是：真產線的樣板和待測板不會完全對齊，這一層值多少？我把 DeepPCB 已對齊的 pair 人為位移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px、量 recall 和每片候選數；如果對位之後 recall 回不到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95%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或候選數降不下來，就算失敗。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810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18104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位移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px：recall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95.0% → 90.4%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，掉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4.6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點，而且是在門檻之前就輸掉的。aoi/registration.py 用相位相關（phase correlation）估平移，三種情況拒絕修正，每一種都量過。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13048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13048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修正後每片候選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58.1 → 20.7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、recall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90.8% → 97.6%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。旋轉不修：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° 的 pair 候選數仍是對齊的兩倍。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71416"/>
            <a:ext cx="11521440" cy="886968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07992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07992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第一版 docstring 說「相關峰值的信心夠當守門」。量了：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個已對齊的 pair 有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17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個被它修壞；四個估出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240–355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px 的離譜位移，其中兩個信心是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0.134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和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0.076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——信心低沒錯，但單靠信心攔不住。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13248"/>
            <a:ext cx="11521440" cy="640080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4982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49824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「對位只恢復平移，而且必須能拒絕」：次像素修正不做（二值圖 warp 會在每條邊寫出灰階）、估計超過畫面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不做、峰值低不做。信心不是唯一的守門。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第一層 · 相減前端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複判模型：三通道 ResNet-18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每個設計選項都有一個理由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3 × 64 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樣板 / 待測 / 差異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2.5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一個候選，CPU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拿掉樣板通道只剩這樣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當時要回答的問題是：一個小模型看 AOI 圈出來的每個框，能不能在漏網率預算內把誤報排掉。我固定官方 split、按板子切驗證集、量操作點曲線；如果 ≤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漏網下省不到三成人工，就算這條路不值得。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90671"/>
            <a:ext cx="132588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90671"/>
            <a:ext cx="987552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輸入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64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px ×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通道（樣板／待測／差異）——差異圖是 AOI 自己的訊號，樣板讓模型知道「這裡本來應該長怎樣」。ResNet-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18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epoch，M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Air 上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分鐘。官方 DeepPCB split 為了可比；驗證集按板子切不按 patch 切，因為同一片板的 patch 會洩漏。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6"/>
            <a:ext cx="1325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87366"/>
            <a:ext cx="9875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操作點見下一頁。訓練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分鐘、推論 CPU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2.5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ms/候選、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MB。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17134"/>
            <a:ext cx="11521440" cy="676655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53710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553710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沒有在這頁犯錯，但有一個假設當時沒驗：樣板通道是不是關鍵。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08-28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用沒有樣板的 crop 訓同一個模型，只剩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2.8%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——假設成立，但是三週後才證明的。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248653"/>
            <a:ext cx="11521440" cy="676655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85229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85229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官方 split 不重切；驗證集按影像不按 patch；每次重訓門檻要重掃（retraining-the-reverifier skill，因為門檻是常數、不會跟著權重走）。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第二層 · 複判模型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操作點：門檻不能在報告它的那份資料上挑</a:t>
            </a:r>
          </a:p>
        </p:txBody>
      </p:sp>
      <p:pic>
        <p:nvPicPr>
          <p:cNvPr id="3" name="Picture 2" descr="operating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8096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出貨門檻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0.912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：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55.6%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的候選不用人看，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個真缺陷漏掉 =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0.66%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，對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的預算——超標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門檻是在 trainval 上用五折交叉驗證選的，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6,569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個缺陷支撐，取區間上緣不取點估計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曲線上最好的那一點是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0.961 / 52.8% / 0.50%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——它達標，但它是在這份切分上掃出來的，不能當出貨數字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兩個 rate 都印：按候選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0.66%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，按缺陷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0.35%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（QP-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110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的原文寫法），整線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0.51%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分類別：short 漏網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1.77%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、open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1.16%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；WI-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201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、WI-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說這兩類一個都不能放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models/test_predictions.npz → review removed vs escape rate；出貨的是 0.912，不是曲線上最好看的那一點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第二層 · 複判模型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4/9 · 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#2：INT8 的結論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換一組權重就翻過來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389 → 81 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量化買到的是記憶體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−1.3 → −0.3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換權重結論就翻（點）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41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一片板的推論，週期 10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當時要回答的問題是：模型要不要用 INT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上線，代價是什麼。延遲不是理由——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41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ms 對一片板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秒的週期是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0.4%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——記憶體才是。我在漏網率預算上計價，校正只用訓練集；如果 ≤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下省掉的人工掉超過一點，就算不值得。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0098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00984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ONNX 匯出，動態與靜態 INT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各一版，calibration 用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512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trainval patch，永遠不碰 test。用同一條操作點曲線比，不比毫秒。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95928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95928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記憶體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389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MB →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81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MB（約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x），因為大半是 torch runtime 不是權重。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在舊權重上：動態 INT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掉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點，判「不值得」。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在新權重上：動態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52.5%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、靜態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53.0%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，對 FP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52.8%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——三個都是各自在這份切分上的 oracle，所以是引擎之間的比較，不是出貨數字。成立。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901184"/>
            <a:ext cx="11521440" cy="640080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37760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的「不值得」被寫進文件，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08-24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重訓後沒人重量，models/onnx/ 裡放的還是舊權重的匯出，兩天後才發現。量化的結論是關於一組權重的。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596128"/>
            <a:ext cx="11521440" cy="640080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3270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32704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引擎變 = 模型變：quantisation_report.py 進 retrain chain；models/onnx 的重新匯出也是。沒有部署 INT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，站台用 float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，因為延遲從來不是問題。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第二層 · 複判模型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偵測器前端：找得到，排不掉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91.6%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瑕疵被框住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confidence 排掉的人工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主線同一把尺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當時要回答的問題是：SMT 的錫膏照片沒有黃金樣板，相減不可能，偵測器是唯一可能的前端——它的 confidence 能不能當 P(false call) 用來排序？我在 PCB-AoI 上訓 YOLO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26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n、在同一個漏網率預算下量省掉的比例；如果省不到一成，就算它不能當複判前端。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2783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27832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PCB-AoI 是真的錫膏照片、有標框。按 base stem 切 split 避免增強圖洩漏。P(false call) =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− confidence。同一把尺：≤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0.5%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漏網下省多少。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95928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9592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找得到：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91.6%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的瑕疵被框住，mAP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50 0.658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（目標中位數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17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px）。排不掉：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1.2%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。對照主線的 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55.6%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27448"/>
            <a:ext cx="11521440" cy="713232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64024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64024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不是錯，是預期外的清楚：偵測器的 confidence 是「這裡有東西」的分數加一個類別頭，不是校正過的真假機率。所以這個前端沒有複判階段。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95544"/>
            <a:ext cx="11521440" cy="713232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5321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兩種前端不能互換：相減產生候選給複判器；偵測器產生候選和一個沒校正的分數。下一步是 crop 複判器（下一格）和 imgsz=</a:t>
            </a:r>
            <a:r>
              <a:rPr sz="15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1280</a:t>
            </a:r>
            <a:r>
              <a:rPr sz="15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（沒試）。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第二層 · 複判模型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#3：兩個門檻引用了不存在的來源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0.875 ≠ 0.90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掃了才知道的差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0.0029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距離最近一個漏網的餘裕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0.5005%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四捨五入取最近的代價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當時要回答的問題是：路由用的兩個門檻（ESCALATE_BELOW、CONFIDENT）從哪來、有沒有真的掃過。我把每個門檻對它引用的來源一一核對；找不到來源就算這個數字不成立。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07791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07791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threshold_sweep.py 真的掃：從測試集預測裡找「不增加任何漏網的最低門檻」，同時掃 CONFIDENT 看它改變幾個處置。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39310"/>
            <a:ext cx="132588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39310"/>
            <a:ext cx="987552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ESCALATE_BELOW 程式寫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，掃出來是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0.875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，餘裕只有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0.0029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——一個測試集讀到小數第三位。CONFIDENT 掃到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0.999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改變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個處置。另外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0.915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是四捨五入到最近，結果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15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個漏網 =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0.5005%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，超預算。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599429"/>
            <a:ext cx="11521440" cy="676655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36005"/>
            <a:ext cx="1325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36005"/>
            <a:ext cx="98755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CONFIDENT 引 WI-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300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一條沒有數字的條款；ESCALATE_BELOW 引一個「掃描」，但那個掃描從來沒跑過。看起來都有引用，全是假的。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30948"/>
            <a:ext cx="11521440" cy="941831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67524"/>
            <a:ext cx="132588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367524"/>
            <a:ext cx="9875520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門檻來自掃描或工作指示，每一個引一個打得開的檔；四捨五入往上（高一點少放一點，最近取是丟銅板）；test_threshold_citations 在數字偏離來源時 fail。ESCALATE_BELOW = DEFAULT_DISMISS_THRESHOLD：agent 那一支可以確認缺陷，永遠不能排除。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第三層 · 門檻與預算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#4：重訓後一個常數倒掛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被看到的那一半不是危險的那一半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個測試變紅——被看到的一半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6,736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個處置沒有說明——沒被看到的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+0.035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改成關係式的寬度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當時要回答的問題是：對位進了前端、資料變了、模型重訓了，門檻要重掃——重掃之後系統還對嗎？我跑整套測試看什麼紅；如果有任何處置行為變了而沒有測試紅，就算流程失敗。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5409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重訓後 sweep 給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0.961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，ESCALATE_BELOW 是關係式所以跟著走；CONFIDENT 是寫死的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字面值，沒動。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個測試變紅——這是被看到的一半。沒被看到的：高於 CONFIDENT 就不叫 LLM，兩個數字倒掛之後「要說明」的區間是空的，那個 split 上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6,736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個自動處置全部沒有說明，沒有任何東西會叫。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07408"/>
            <a:ext cx="11521440" cy="393192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439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4398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一個必須和另一個常數保持關係的數字被寫成了字面值。模型唯一剩下的工作（寫說明）靜靜地沒做，而所有測試都描述它有做。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55464"/>
            <a:ext cx="11521440" cy="1133856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13258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92040"/>
            <a:ext cx="98755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必須保持關係的常數寫成關係式：CONFIDENT = ESCALATE_BELOW + EXPLAINED_BAND，EXPLAINED_BAND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0.035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買到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6,736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個裡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1,460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個有說明。重訓流程寫成 skill：build patches 兩份 → train → report → 門檻閘門 → routing → escape accounting → 測試。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第三層 · 門檻與預算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#9：選門檻和報成績用了同一份資料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0.32% → 0.66%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同一個門檻，選擇集估 vs 實測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 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而且每個門檻都是——系統性的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15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多出來的漏檢集中在 open 和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當時要回答的問題是：門檻是一個超參數，它該用哪一份資料選？原本的設計只有兩份資料——trainval 訓練、test 報告——而門檻是在 test 上掃的。作為四個引擎之間的比較這是公平的，每個引擎各拿自己的最佳點；但同一個數字也被當成部署數字用，那就是一份資料同時做了兩件事。就算拆開之後數字沒動，這一趟也要走，因為它是頭條數字的來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63240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把選門檻的資料獨立出來，然後量「分開之後數字會不會動」。五折依影像切 trainval，每折用沒訓練過那折的模型預測，out-of-fold 合起來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6,569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個缺陷選門檻，test 完全不參與；並取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95%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區間上緣不取點估計，因為預算是對還沒看過的缺陷的承諾。事先講好的失敗條件：如果兩份資料可互換，門檻和漏檢率應該幾乎不動。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50208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50208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動很大。門檻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0.961 → 0.912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；同一個門檻在選擇集上估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0.32%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、在 test 上實測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0.66%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，約兩倍。中間試過的兩個較弱規則也都量了：單一驗證集只有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969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個缺陷，點估計選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0.610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（test 漏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0.93%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）、區間上緣選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0.9968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（達標但只省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32.9%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）——樣本太小，一個缺陷就是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0.10%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800600"/>
            <a:ext cx="11521440" cy="603504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37176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37176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而那個兩倍不是雜訊，是系統性的：每一個試過的門檻都是同一個倍率。兩邊類別組成一樣，多出來的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個漏檢裡有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15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個集中在 open 和 short。所以結論不是「門檻挑錯了」，是這兩份資料不可互換——一個泛化差距，而且它在最不能漏的兩類上最大。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58968"/>
            <a:ext cx="11521440" cy="832104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95544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95544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第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條 invariant：選門檻和報成績用不同的資料，而且門檻要用區間上緣清預算不是用點估計。兩個測試故意斷言相反的方向——「aggregate 未達標」「出貨門檻在 test 上超標」——所以「把門檻調到 test 達標為止」會讓測試變紅，不會安靜通過。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第三層 · 門檻與預算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每個數字都是一個 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而 Wilson 區間說不到這件事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55.59% / 50.90%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seed 0 對五個的中位數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3.1 對 6.6 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模型的離散度對部署的離散度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選擇規則鎖的是漏檢次數，不是比率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當時要回答的問題是：我報的區間是「同一顆模型上的抽樣誤差」，那「重跑一次整套流程會落在哪」有多大？seed 會動到依影像的切分、初始化、洗牌，以及交叉驗證回傳的門檻，這些沒有一項在 Wilson 區間裡。如果重跑的離散度和 Wilson 區間差不多，那補這一項就是多餘的，就算這個實驗白做。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46120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五個 seed，每一個把整套程序從頭跑完：五折選門檻、用該 seed 自己的切分訓最終模型、test 只在該 seed 的門檻上讀一次。額外加一欄 oracle——每個 seed 在 test 上自己的最佳門檻，不可出貨，但它把操作點釘在預算上，所以只隨模型變動。這一欄是用來分開「模型變好變壞」和「門檻落在曲線上不同位置」。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48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分鐘。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33088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33088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部署欄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49.00%–55.59%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（中位數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50.90%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），漏檢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0.331%–0.663%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（中位數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0.497%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，正好壓在預算線上，五個裡三個在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內）。oracle 欄只有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49.73%–52.79%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。所以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6.6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點的離散度裡，模型只佔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3.1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點。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11521440" cy="603504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20056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020056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兩件事我原本會講錯。一是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55.6%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是五個裡最好的那一個，而出貨的 seed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在兩個軸上都最好——模型最好、門檻最低（所以省最多也漏最多）；二是我先前跟自己說「這個門檻未達預算」，那對 seed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成立，對這個程序不成立，中位數壓在線上。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641848"/>
            <a:ext cx="11521440" cy="1060704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78424"/>
            <a:ext cx="13258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78424"/>
            <a:ext cx="9875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兩種區間不是同一種區間：Wilson 是固定模型上的抽樣誤差，seed 的離散度是重跑會落在哪；只報前者，讀起來像「重跑會拿到同一個數字」。頭條保留 seed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的數字但要同時說出中位數和範圍。附帶：out-of-fold 那一欄五個 seed 完全相同（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0.320%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）不是 bug——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6,569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個缺陷下，漏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21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個的區間上緣是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0.488%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個是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0.507%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，所以規則只可能回傳「剛好漏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21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個」的門檻，鎖的是次數不是比率。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第三層 · 門檻與預算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#5：換一個資料集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第一關就壞——比我問的問題早一層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16.9%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門檻 60 只框到的瑕疵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擾動後每張圖的誤報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46.97%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模型層的漏網率，預算 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當時要回答的問題是：這條流程在第二個資料集上會在哪一層壞掉——它有不同的 prevalence、自己的對位問題。我原封不動跑同一套（不重訓、不改門檻）；如果門檻不轉移就算模型層失敗，這是我預期的。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5409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HRIPCB：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片照片、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693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張畫上瑕疵的圖、另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693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張旋轉 ±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°。data/hripcb.py 把它變成同樣的 pair 介面，不碰 DeepPCB、不碰類別表（它的 missing_hole 沒有工作指示）。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13258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98755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S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gate 任何設定都過不了：門檻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只抓到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16.9%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；recall 最高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92%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時每張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個誤報，擾動後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860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個。硬用最佳 recall 的門檻往下跑，模型在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0.961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排掉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1,387/2,953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個真缺陷 =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46.97%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漏網率，對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0.50%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的預算。旋轉版：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693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對裡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563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對被對位拒絕，每片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312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個候選。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901184"/>
            <a:ext cx="11521440" cy="640080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37760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壞在我沒問的那一層。二值圖裡瑕疵和對不齊的邊都是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255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級的差；照片裡瑕疵是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級、每條邊是漸層。相減的適用範圍是二值化影像——這個專案在量出來之前沒有任何一句話說這件事。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596128"/>
            <a:ext cx="11521440" cy="640080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3270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32704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下一步不是 fine-tune HRIPCB：先壞的那層是物理原因。這和偵測器前端的結論從另一邊碰頭：SMT 沒有樣板可減。對位的拒絕守住了，而且現在有價錢（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37%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的瑕疵沒被圈到）。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第三層 · 門檻與預算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8/9 · 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#6：LLM 在決策路上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而且比它要覆蓋的分類器差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71.7% vs 85.0%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LLM 對分類器，同 60 筆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12 改 1 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它改分類器的答案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73.3% → 90.0%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拿掉它之後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當時要回答的問題是：agent 看了產線脈絡和驗收標準之後，判得會不會比分類器準？我拿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個真的進到 agent 的候選，比 agent 的判定和分類器的判定各對幾個；如果 agent 沒有比較準，就算它不該在決策路上。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5409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同一批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個候選、同一份 ground truth；另外看 agent 的 confident 旗標選出「要交給人」的集合，跟「分類器信心低於一個閾值」比誰選得準。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agent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71.7%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對分類器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85.0%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。它改了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次類別，對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次，其中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次分類器本來是對的。confident 旗標也輸給一個單純的閾值。拿掉之後重量：系統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90.0%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對 LLM 反事實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73.3%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07408"/>
            <a:ext cx="11521440" cy="393192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439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4398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把語言模型放在決定的位置，是因為它「看起來」考慮了更多。量了它更差。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55464"/>
            <a:ext cx="11521440" cy="886968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892040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LLM 解釋，不決定：route_after_reason 只看分類器信心，decide_node 取 model_class，LLM 寫的字是給作業員讀的。推論：它自己的兩種失敗（逾時、回傳解析不了）反而不升級——判定不再依賴它，作業員損失的是一段說明，不是判定，佇列也不會塞滿。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第四層 · Agent 與站台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6/9 · 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#7：檢索抓到別的類別的文件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而且送到了做決定的人手上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27.8%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段落來自別類的文件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佇列上全帶錯規則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加 class scope 之後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當時要回答的問題是：站台佇列上作業員讀到的驗收標準，是不是那個類別的？我拿六類 × 六種問法各查 top-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，數回來的段落有多少來自別的類別的文件；如果超過一成就算檢索壞了。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5409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retrieval_report.py：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個查詢、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個段落，按來源文件的 class 對照查詢的 class。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27.8%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20/72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）來自別類的文件；short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67%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、open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33%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。處置路徑自己的 open 查詢，第一名是 WI-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（針孔）的「在 pad 內：拒收」。店裡五筆升級全都告訴作業員「open 要看它在不在 pad 裡」——沒有任何文件寫這句。加 class scope 之後：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0.0%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54296"/>
            <a:ext cx="11521440" cy="640080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9087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「LLM 只解釋」擋不住這個：捏造的規則送到了做決定的人手上，而且指向放行一個 critical defect。錯不在模型，模型忠實地複述了它拿到的東西。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49240"/>
            <a:ext cx="11521440" cy="886968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85816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85816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「關於一個類別的標準只能來自那個類別的文件」：每份文件宣告它管的類別，search_standards 帶 defect_class；修在檢索邊界，不是叫 prompt 忽略——段落根本不能進 prompt。舊的八筆說明原地標記，不重生。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第四層 · Agent 與站台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7/9 · 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預算和逾時是兩個數字，之前是一個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20 /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說明被 10 秒 timeout 砍掉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31.9 → 16.7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中文說明，給了門檻之後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1.4x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中文對英文，本來以為 3.7x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當時要回答的問題是：WI-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300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承諾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秒給判定，為什麼佇列上有一筆升級的全部內容是「the model did not answer (ReadTimeout)」？我量了模型寫一段說明的服務時間；如果中位數超過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秒，就算「一個常數做兩件事」這個設計失敗，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秒不能同時當 httpx 的 timeout。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63240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latency_report.py：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次真的 reason node 呼叫，報 total_duration − load_duration，不報 eval_duration（會低估三成）；先掃 ollama ps 和 process table，機器忙就拒絕發布。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50208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50208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中位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12.5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秒對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秒的 timeout：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24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次有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次沒有說明。拆開後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 deadline：英文中位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8.6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0/24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沒說明。中文說明第一次量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31.9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3.7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倍；給了門檻、要求一段話之後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16.7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秒，英文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11.8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秒，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1.4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800600"/>
            <a:ext cx="11521440" cy="603504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37176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37176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一個常數做兩件事：承諾（不該跟模型走）和資源上限（該跟量測走）。另外發現之前所有 agent 和 planner 的量測都是在被覆寫成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180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秒的設定下跑的，沒有一段說明過這件事。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58968"/>
            <a:ext cx="11521440" cy="832104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95544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95544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RESPONSE_BUDGET_S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秒是 WI-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300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的承諾，管判定（classify_node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2.5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ms）；EXPLANATION_DEADLINE_S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秒管一個沒人在等的等待。沒有說明是一個狀態（timed_out / unreachable / unparsed），不是錯誤字串，可以數。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第四層 · Agent 與站台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待複判清單：作業員的第一頁</a:t>
            </a:r>
          </a:p>
        </p:txBody>
      </p:sp>
      <p:pic>
        <p:nvPicPr>
          <p:cNvPr id="3" name="Picture 2" descr="shot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628" y="1005840"/>
            <a:ext cx="966043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http://aoi.test — 2026-08-30 的站台，說明以產線語言（中文）寫，數字不在證據裡的會標出來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第四層 · Agent 與站台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區域頁：一個判定的全部證據</a:t>
            </a:r>
          </a:p>
        </p:txBody>
      </p:sp>
      <p:pic>
        <p:nvPicPr>
          <p:cNvPr id="3" name="Picture 2" descr="shot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320601"/>
            <a:ext cx="11430000" cy="4216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/c/20085299/2 — 沒有 ground truth；作業員的答案是下一輪的訓練標籤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第四層 · Agent 與站台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你的判定：七個確定的答案，和第八顆按鈕</a:t>
            </a:r>
          </a:p>
        </p:txBody>
      </p:sp>
      <p:pic>
        <p:nvPicPr>
          <p:cNvPr id="3" name="Picture 2" descr="shot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762125"/>
            <a:ext cx="1143000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鍵盤 1–7 判定、0 退回。答案以判定人的名義入庫，並喚醒暫停中的那個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第四層 · Agent 與站台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站台：真的人用了才發現的四件事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 筆 / 4 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亂點的標籤，手動刪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250 → 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佇列數用了頁面長度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「不確定」本來沒有按鈕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當時要回答的問題是：一個作業員坐在這台站台前一班，會卡在哪？我自己當作業員跑一班；任何讓人做出錯誤判定、或讓判定無法追溯的地方，就算失敗。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7121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7121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站台 FastAPI + Jinja，無 JS 也能用；判定寫進 review_decisions，那是下一輪訓練的標籤。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66160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① 五筆區域被沒有領域知識的人點過，四筆錯，資料庫裡和專家的標籤長得一模一樣，只能手動刪。②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250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筆待處理顯示「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waiting」，因為 len() 數的是一頁上限。③ 「我不確定」沒有按鈕，只能跳過，下一個人又遇到。④ 重跑板子會把退回給資深的區域拉回一般佇列。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71416"/>
            <a:ext cx="11521440" cy="640080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0799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0799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每一件都是「程式沒錯」的錯：寫進去的名字是表單欄位、計數用的是頁面長度、猶豫沒有狀態、新的佇列狀態沒對每條讀它的規則檢查。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66360"/>
            <a:ext cx="11521440" cy="886968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02936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02936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人的判定記名字和來源（signed_in / host_account），自動的記 SHA-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256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和門檻，缺席用三個詞不用 NULL；COUNT(*) 不是 len(page)；「不確定」是自己的表不是判定；新的佇列狀態要對每一條讀它的規則檢查——deferred 一開始漏在 OPEN_STATUSES 外面，讓一片板從扣住變放行。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第四層 · Agent 與站台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示範：三分鐘看完一片板從進來到有人判</a:t>
            </a:r>
          </a:p>
        </p:txBody>
      </p:sp>
      <p:pic>
        <p:nvPicPr>
          <p:cNvPr id="3" name="Picture 2" descr="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62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32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影片：https://github.com/lin891020/aoi-agent/releases/tag/demo-2026-08-28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188720"/>
            <a:ext cx="3383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終端跑一片板 → 待複判清單 → 區域頁（三張圖、三欄證據、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1–7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判定、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退回）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換一般帳號：退回的區域按鈕消失 → PCB 處置索引四個數字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/ask 現場問一題，切語言看答案重寫而不是翻譯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docs/demo/aoi-agent-demo-zh.mp4 · 本機版 pptx 內嵌；repo 版放 GitHub Release 連結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示範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產線查詢：一句話到一張有區間的圖</a:t>
            </a:r>
          </a:p>
        </p:txBody>
      </p:sp>
      <p:pic>
        <p:nvPicPr>
          <p:cNvPr id="3" name="Picture 2" descr="shot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095288"/>
            <a:ext cx="11430000" cy="46674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/ask/36 — 圖從結果的形狀推；兩根柱的 95% 區間畫成鬚線，重疊就是「未證明有差」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第五層 · /ask 產線查詢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/ask：一次規劃、驗證值域、平行查、圖從結果推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70 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三個沒看過 prompt 的人出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該拒的全拒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27 /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該答的——膽小不是魯莽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當時要回答的問題是：一個主管問「M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 open 是不是不尋常」，系統能不能給一個每個數字都查得到出處的答案，而且問不了的要老實拒答？我用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題別人出的題庫（沒看過 prompt 的三個人）、該答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題、該拒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題、各考三遍看穩定；如果該拒的題它去猜，就算失敗。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8104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18104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LLM #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產一份型別化計畫（工具、參數、為什麼）；validate_plan 對照真實簽名和值域（line_id=L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不存在就拒絕，不重試）；Send 平行展開；圖從結果形狀推、不讓模型選；LLM #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寫答案；claims 檢查答案裡的每個數字是否來自結果。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5993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5993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在場題庫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100%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（同一個人出題和寫 prompt，說明的是題庫不是規劃器）；獨立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題第一次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55/70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=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79%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：該答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27/42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、該拒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28/28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。錯的方向是膽小不是魯莽——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miss 裡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個是該答卻拒。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18304"/>
            <a:ext cx="11521440" cy="393192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548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第一次量出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100%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就該起疑：它量的是題庫。之後找三個沒看過 prompt 的人出題，才是量規劃器。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66360"/>
            <a:ext cx="11521440" cy="640080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02936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02936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計畫打分不打文字（工具是確定的，計畫對資料就對）；該答和該拒分開算；不為了通過題庫加工具——「為了過題庫加的工具就是量測停止量測的時候」；答案上的數字有頁面級的核對（那次「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58.1%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」是編的，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191/585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其實是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32.6%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第五層 · /ask 產線查詢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錯 #8：文字轉 SQL 做成實驗——兩句合法、唯讀、有上限但錯的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24 → 28 /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多答對四題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2498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5378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14 句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5378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逐句人工裁定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796" y="114300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0676" y="121615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2 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0676" y="164592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合法、唯讀、錯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當時要回答的問題是：獨立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題裡有六題的維度（班別、某機某天的駁回數、等人看的件數）沒有任何型別化工具能表達，全被拒答——給模型一個唯讀 SQL 工具，多答幾題、會多錯幾題？我加一個控制組（AOI_SQL_TOOL=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）兩組各考三遍、逐句人工裁定；如果多答的不比多錯的多，就算工具失敗、下架。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63240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run_sql 是第九個工具。守門結構性、不靠 prompt：資料在只讀的記憶體副本裡、副本根本沒有答案欄（ground_truth 不是被過濾，是不存在）；單句 SELECT、表允許清單、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列、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秒；SQL 原文印在結果旁邊。規劃器被告知它是最後手段。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50208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50208"/>
            <a:ext cx="9875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三次量測：該答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24 → 28/42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（控制組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26 → 25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）；該拒裁定後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22 → 23/28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14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句 SQL 逐句裁定：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句是本來答不了的、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句該用型別化工具、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句該拒、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句路對 SQL 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572000"/>
            <a:ext cx="11521440" cy="832104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08576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08576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兩句合法、唯讀、有上限但錯的 SQL，各回一個數字：一句查 disposition = 'pending'（沒有這個值，狀態是 held / released），一句把區域序號當位置分組。頁面上沒有任何東西能看出來——這正是舊 invariant 禁 text-to-SQL 的理由。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458968"/>
            <a:ext cx="11521440" cy="832104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95544"/>
            <a:ext cx="13258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95544"/>
            <a:ext cx="9875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invariant 改寫不刪除：「自由 SQL 只能經由唯讀守門進 store，留不留是量測決定的」。守門多一條：column = literal 對不到任何一列就拒絕，並列出存在的值——validate_plan 對 L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的規則用在 WHERE 上。意思錯的那類（序號當位置）守門看不見，寫在頁面上。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第五層 · /ask 產線查詢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一個工具讓規劃器到處變膽；最後一題規劃不出來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命名了下一個機制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15 → 17 /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該拒的變好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58 → 64 / 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三遍一致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 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怎麼教都規劃不出來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當時要回答的問題是：「最差的那台機台最近怎樣」這種沒指名的題，規劃器是拒答還是亂猜？我加一條規則（集合很小又列在 prompt 裡就全部查）和一個範例，三種措辭各考兩份題庫三遍；如果獨立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題的該答分數退步、或該拒的變成去猜，就算規則放太寬。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009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00984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每次改措辭都重考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+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題，看退步的行；先用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題的小題庫快速迭代措辭，再跑全套。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第一版放太寬（一個排序工具就能答的題被拆成六個查詢；「這片板子」也被當成集合）。定案：該答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28/42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不變、該拒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15 → 17/28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、三遍一致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58 → 64/70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、逾時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那次加誤判率工具：該拒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28/28 → 21/28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，S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25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的事件組合被一句 SELECT 吃掉。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54296"/>
            <a:ext cx="11521440" cy="640080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90872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「最差的那台機台，最近有沒有發生什麼事」三種措辭都規劃不出來：模型想把第一步的排序結果傳給第二步，寫 &lt;machine_id_from_previous_call&gt;、或乾脆拒答。這不是 prompt 的問題，架構裡沒有這條通道。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49240"/>
            <a:ext cx="11521440" cy="886968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85816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85816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那條通道叫依賴參數：計畫裡允許寫「機台 = 第一步結果的第一名」，程式在第一步跑完後填入真值、照樣過驗證、再跑第二步。規劃還是一次、LLM 還是只選查詢——不是 agent 迴圈。刻意不做，等真的有人問出這種題；那題留在題庫裡當標靶。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第五層 · /ask 產線查詢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規劃器的射程：以前 / 現在 / 還做不到</a:t>
            </a:r>
          </a:p>
        </p:txBody>
      </p:sp>
      <p:pic>
        <p:nvPicPr>
          <p:cNvPr id="3" name="Picture 2" descr="planner_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401679"/>
            <a:ext cx="11430000" cy="4054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同一種問句，三個階段。計畫是在任何查詢跑之前一次寫完的。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第五層 · /ask 產線查詢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模型救不了自己的盲點：兩條線，同一個答案</a:t>
            </a:r>
          </a:p>
        </p:txBody>
      </p:sp>
      <p:pic>
        <p:nvPicPr>
          <p:cNvPr id="3" name="Picture 2" descr="model_blind_sp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200150"/>
            <a:ext cx="1143000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有樣板的線靠電測，沒樣板的線靠樣板或 3D SPI——都不是更大的模型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換前端要換哪一個：兩個變數決定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而且有一個便宜的閘門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/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有樣板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沒有樣板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二值化影像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樣板相減就夠了 ← DeepPCB，主線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（幾乎不存在）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灰階／彩色照片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學出來的變化偵測 ← HRIPCB 該走這條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偵測器 ← PCB-AoI，做過了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063240"/>
            <a:ext cx="110642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決定它的不是猜測，是 scripts/gate_check.py：拿一批板子跑相減，看 recall 和每張的誤報數。DeepPCB 過、HRIPCB 任何設定都不過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HRIPCB 有樣板，所以不該換成偵測器——樣板通道是必要不是方便，拿掉它同一個 ResNet 只剩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2.8%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但要先修對位：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693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張旋轉的 pair 被拒了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563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張，任何吃樣板的前端在旋轉修好之前都是死的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而且失敗的原因是對比不是光照：瑕疵是畫在樣板上的，對齊那組光照完全相同——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36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階的瑕疵，全域門檻要壓過雜訊就得設到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。一個全域數字做不到兩件事，局部決策可以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這三條都還沒量過。量出來的是「相減在照片上壞掉」和「壞在哪一層」；「學出來的變化偵測會比較好」是推論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收尾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4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文件也要測：README 開頭那個數字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是一份「commit uncommitted」的表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56.2% vs 52.8%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README 第一行 vs 實際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2498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5378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commit uncommitted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5378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那張表的來源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1325880"/>
            <a:ext cx="3606698" cy="868680"/>
          </a:xfrm>
          <a:prstGeom prst="rect">
            <a:avLst/>
          </a:prstGeom>
          <a:solidFill>
            <a:srgbClr val="1E2125"/>
          </a:solidFill>
          <a:ln>
            <a:solidFill>
              <a:srgbClr val="333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1399032"/>
            <a:ext cx="32409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0676" y="1828800"/>
            <a:ext cx="324093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第 19 條 invariant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32588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為什麼做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59152"/>
            <a:ext cx="987552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當時要回答的問題是：benchmarks.md 只增不改、最新的在最後，那引用它的文件有沒有跟上？我把 README、CLAUDE.md、architecture.md 裡每個頭條數字對回 benchmarks 的 run；對不上就算文件錯。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0098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怎麼設計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300984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test_published_figures.py：從 benchmarks.md 抓每次 run 的 split（候選數／缺陷數／誤報數），四份文件裡出現的數字必須屬於某個 run，而且舊的數字只能出現在標了日期的段落裡。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95928"/>
            <a:ext cx="13258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量到什麼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95928"/>
            <a:ext cx="98755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README 開頭寫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56.2%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over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8,143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——那張表是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一個 header 寫著 commit uncommitted 的 tree 產的，原則上不可重現；實際 checkpoint 是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52.8%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over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7,322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。同一天發現 models/onnx/ 是重訓前的權重匯出，model-free floor 的比較是用舊權重打新 patch。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48072"/>
            <a:ext cx="11521440" cy="393192"/>
          </a:xfrm>
          <a:prstGeom prst="rect">
            <a:avLst/>
          </a:prstGeom>
          <a:solidFill>
            <a:srgbClr val="2B2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846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E2B45F"/>
                </a:solidFill>
                <a:latin typeface="Noto Sans TC"/>
                <a:ea typeface="Noto Sans TC"/>
                <a:cs typeface="Noto Sans TC"/>
              </a:rPr>
              <a:t>錯在哪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8464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程式對、流程對（對位開了、資料變了、重訓了、門檻重掃了），只有文字被留在原地——在讀者第一眼看的地方。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596128"/>
            <a:ext cx="11521440" cy="640080"/>
          </a:xfrm>
          <a:prstGeom prst="rect">
            <a:avLst/>
          </a:prstGeom>
          <a:solidFill>
            <a:srgbClr val="16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32704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產生的規則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32704"/>
            <a:ext cx="9875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第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19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條 invariant：發表的數字要指名它來自哪個 run；舊數字可以出現，但只能在一段標日期的文字裡（「這裡在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08-24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之前寫 </a:t>
            </a:r>
            <a:r>
              <a:rPr sz="13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56.2%</a:t>
            </a:r>
            <a:r>
              <a:rPr sz="13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」是讀者需要的那句）。重新匯出進 retrain chain。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收尾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C7CF"/>
                </a:solidFill>
                <a:latin typeface="IBM Plex Mono"/>
                <a:ea typeface="Noto Sans TC"/>
                <a:cs typeface="Noto Sans TC"/>
              </a:rPr>
              <a:t>★ 主線 9/9 · 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還沒做的，和為什麼沒做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Shadow mode（模型跟著現有流程跑、只記錄不決定）：正確的下一步，但沒有產線——在這裡建等於拿種出來的資料跟自己比。拒絕，不是忘記。</a:t>
            </a:r>
          </a:p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依賴參數（第一步的結果餵第二步）：知道長什麼樣，等真的有人問出那種題。</a:t>
            </a:r>
          </a:p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用作業員的更正重訓：資料庫裡真的人判過的只有五筆，四筆已刪；種出來的資料重訓是自己教自己。</a:t>
            </a:r>
          </a:p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電測：關掉 short 那 </a:t>
            </a:r>
            <a:r>
              <a:rPr sz="18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1.55%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漏網的唯一方法，不在這個系統裡，WI-</a:t>
            </a:r>
            <a:r>
              <a:rPr sz="18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201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本來就寫了。</a:t>
            </a:r>
          </a:p>
          <a:p>
            <a:pPr>
              <a:lnSpc>
                <a:spcPct val="125000"/>
              </a:lnSpc>
            </a:pPr>
            <a:r>
              <a:rPr sz="18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8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一句收尾：每個門檻引得到檔案、每個數字在 benchmarks 裡、每個錯有它產生的測試。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附錄 A · 主線複判模型的訓練曲線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188720"/>
            <a:ext cx="11064240" cy="35036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29556"/>
            <a:ext cx="5440680" cy="97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ResNet-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18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3×64×64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輸入，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epoch，M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Air 上約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分鐘（每 epoch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秒）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val_accuracy 第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epoch 就過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97%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，之後幾乎平——它不是選模型的指標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val_review_reduction 從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0.40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爬到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0.45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上下，第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epoch 最高；選 checkpoint 看這條，因為頭條是它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4829556"/>
            <a:ext cx="5440680" cy="97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train_loss 一路降到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0.02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而驗證指標不再動：再訓是在背訓練集，不是在學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驗證集按板子切，所以這條線是對「沒看過的板子」的估計，不是對 patch 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models/history.json · train_loss / val_accuracy / val_review_reduction（≤0.5% 漏網下的驗證集省掉比例）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附錄 · 備查數字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附錄 B · 為什麼是這個模型：五個對照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做法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≤0.5% 漏網下省掉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說明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差異圖統計（平均、最大、前 32 像素和…）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1.3%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不用模型的地板：候選存在時就算得出的數字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ResNet-18，三通道（樣板／待測／差異）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52.8%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主線；42.7 MB、11.2M 參數、CPU 2.5 ms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同一個 ResNet-18，隨機初始化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42.32%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同一份切分內配對、三個 seed 全同方向；免費的 ImageNet 起點值 10 分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同一個 ResNet-18，沒有樣板通道（偵測器 crop）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2.8%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外觀本身分不開真假；樣板通道是必要不是方便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YOLO26n 的 confidence 直接排序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1.2%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偵測器的信心是「這裡有東西」的分數，不是 P(false call)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51960"/>
            <a:ext cx="1106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模型比地板高約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倍，這是「模型有學到東西」的證據；沒有地板，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52.8%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只是一個量，不是證據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預訓練那一列的準確率只差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1.5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分（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96.4%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對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97.2–98.6%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）而操作點差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分——只看準確率會下「沒差」的結論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更大的模型沒有試，因為剩下的漏網是 confident errors（第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頁），容量不是它的解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附錄 · 備查數字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附錄 C · INT8 動態 vs 靜態：同一組權重、同一條曲線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引擎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≤0.50% 省掉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類別一致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不一致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p50 延遲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對 FP32 torch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FP32 torch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52.8%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2.53 ms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1x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FP32 ONNX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52.8%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100.000%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0/7322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1.84 ms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1.38x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INT8 dynamic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52.5%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99.795%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15/7322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1.93 ms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1.31x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INT8 static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53.0%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99.836%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12/7322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0.65 ms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3.87x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94760"/>
            <a:ext cx="11064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靜態的校正集是 trainval 的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512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patch（seed 固定），永遠不碰 test——在要報告的 split 上校正等於多一步的 test-set tuning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記憶體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389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MB →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81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MB（約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x），大半是 torch runtime 不是權重；這才是量化的理由，延遲從來不是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在舊權重上動態 INT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掉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點、判不值得；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08-26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新權重上 −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0.3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點。量化結論屬於一組權重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沒有部署：站台跑 float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32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。報告的規則選省最多磁碟的（動態，差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0.1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MB）——是丟銅板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附錄 · 備查數字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附錄 D · 推論延遲：CPU 比 GPU 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9AA0A6"/>
                </a:solidFill>
                <a:latin typeface="Noto Sans TC"/>
                <a:ea typeface="Noto Sans TC"/>
                <a:cs typeface="Noto Sans TC"/>
              </a:rPr>
              <a:t>直到 batch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batch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MPS（GPU）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CPU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6.65 ms/候選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2.50 ms/候選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1.67 ms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1.16 ms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0.31 ms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1.00 ms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0.21 ms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4.18 ms（CPU 懸崖）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128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0.14 ms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2.77 ms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34840"/>
            <a:ext cx="11064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單張 p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：CPU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2.50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ms、MPS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7.34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ms——GPU 慢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2.9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倍，因為派工比 forward 貴；冷啟動 MPS 罰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11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倍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CPU 在 batch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到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16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之間有懸崖（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1.00 → 4.18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ms/候選），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1/2/4/8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 thread 都一樣；所以 CPU 批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無風扇機殼：CPU 持續跑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秒後慢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20%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；報「前 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秒」和「穩態」兩個數字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量這個的時候發現 ollama ps 不是 GPU 檢查：旁邊有 torch 訓練在跑它照樣是乾淨的，那次的數字作廢重量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附錄 · 備查數字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附錄 E · 偵測器與無樣板複判器的訓練</a:t>
            </a:r>
          </a:p>
        </p:txBody>
      </p:sp>
      <p:pic>
        <p:nvPicPr>
          <p:cNvPr id="3" name="Picture 2" descr="crop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188720"/>
            <a:ext cx="11064240" cy="35036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29556"/>
            <a:ext cx="5440680" cy="97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YOLO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26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n：PCB-AoI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966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張訓練／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245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張驗證（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35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片板）、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epoch、imgsz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640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、batch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16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、MPS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56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分鐘、seed 固定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驗證 mAP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50 0.658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（目標中位數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17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px）、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91.6%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的瑕疵被框住；≤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0.5%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漏網下 confidence 只省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4829556"/>
            <a:ext cx="5440680" cy="976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crop 複判器：同一個 ResNet-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18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64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px RGB、按 base stem 切 split 防增強圖洩漏；val_review_reduction 十個 epoch 在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1–3%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之間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訓練時 GPU 被翻譯工作佔著，在 CPU 上訓；一個 seed；候選來自看過訓練圖的偵測器——都寫在 benchmarks 的條目裡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models/pcbaoi_reverifier/history.json · 無樣板 crop 複判器的 val_review_reduction 十個 epoch 停在 1–3%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附錄 · 備查數字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附錄 F · S0 gate 的三條曲線：DeepPCB 過、HRIPCB 不過</a:t>
            </a:r>
          </a:p>
        </p:txBody>
      </p:sp>
      <p:pic>
        <p:nvPicPr>
          <p:cNvPr id="3" name="Picture 2" descr="gat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33" y="1188720"/>
            <a:ext cx="10189028" cy="356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92040"/>
            <a:ext cx="5440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DeepPCB（trainval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200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對）：門檻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30–100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recall 都是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95.7%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、每張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10.7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個誤報——門檻怎麼設都一樣，二值圖沒有灰階可調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HRIPCB 對齊：門檻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才有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92.3%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recall（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1.8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個誤報）；門檻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只剩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14.3%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4892040"/>
            <a:ext cx="5440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HRIPCB 對齊＋擾動：門檻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recall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90.5%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但每張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860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個誤報；門檻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60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誤報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24.7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個但 recall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14.2%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——沒有一點同時過兩關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HRIPCB 旋轉：對位拒絕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563/693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對，最好 recall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49.4%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、每張 </a:t>
            </a:r>
            <a:r>
              <a:rPr sz="12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282</a:t>
            </a:r>
            <a:r>
              <a:rPr sz="12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個誤報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eval/results/gate_check*.json · 每個灰階門檻的 recall 與每張圖的平均誤報數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附錄 · 備查數字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附錄 G · 三份資料集，各做一件事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資料集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長什麼樣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在系統裡的角色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沒拿它做什麼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DeepPCB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1,500 對樣板／待測，二值圖，六類瑕疵有框；官方 split，測試集 7,322 個候選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主線：模擬 AOI 產生候選、複判模型訓練與量測、52.8% 來自它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沒重切 split（可比性）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PCB-AoI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真的錫膏照片，有標框，沒有樣板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只給 YOLO 偵測器；證明相減前端在 SMT 不存在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沒拿來訓主線模型（沒有樣板通道）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HRIPCB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 片板的照片，693 張畫上瑕疵，另 693 張旋轉 ±10°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只當考卷：原封不動跑主線流程，看在哪一層壞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沒訓練、沒調門檻、類別表沒合併（missing_hole 沒有工作指示）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337560"/>
            <a:ext cx="11064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產線資料（機台、批號、班別、事件）是種出來的，不是資料集：它只決定哪片 DeepPCB 板分配給哪台機，M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22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拿到 open 最多的五分之一、M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32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 有一次參數變更前後的分配差；三台機有事件但沒效果當對照組</a:t>
            </a:r>
          </a:p>
          <a:p>
            <a:pPr>
              <a:lnSpc>
                <a:spcPct val="125000"/>
              </a:lnSpc>
            </a:pPr>
            <a:r>
              <a:rPr sz="1400" b="0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• </a:t>
            </a:r>
            <a:r>
              <a:rPr sz="1400" b="0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驗收標準文件是本專案自撰，不是 IPC-A-</a:t>
            </a:r>
            <a:r>
              <a:rPr sz="1400" b="1">
                <a:solidFill>
                  <a:srgbClr val="6FC7CF"/>
                </a:solidFill>
                <a:latin typeface="Noto Sans TC"/>
                <a:ea typeface="Noto Sans TC"/>
                <a:cs typeface="Noto Sans TC"/>
              </a:rPr>
              <a:t>610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附錄 · 備查數字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800" b="1">
                <a:solidFill>
                  <a:srgbClr val="E8E6E1"/>
                </a:solidFill>
                <a:latin typeface="Noto Sans TC"/>
                <a:ea typeface="Noto Sans TC"/>
                <a:cs typeface="Noto Sans TC"/>
              </a:rPr>
              <a:t>附錄 H · 程式裡每一個門檻，和它的出處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常數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值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來自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FC7C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改的時候要做什麼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DEFAULT_DISMISS_THRESHOLD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0.961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操作點掃描，≤0.5% 漏網下省最多，往上取整（scripts/report.py）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每次重訓重掃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ESCALATE_BELOW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0.961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= DEFAULT_DISMISS_THRESHOLD；讓 agent 那一支永遠不能排除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跟著上一個走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EXPLAINED_BAND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0.035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掃描：這個寬度讓 6,736 個自動處置裡 1,460 個有書面說明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docs/architecture.md 的表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CONFIDENT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0.996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= ESCALATE_BELOW + EXPLAINED_BAND；只是成本閘門，不改任何處置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關係式，不手動改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IOU_THRESHOLD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0.33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DeepPCB 自己的 benchmark 慣例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不改，為了可比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灰階門檻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60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S0 gate；在二值圖上 30–100 都一樣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換資料集要重跑 gate_check</a:t>
                      </a:r>
                    </a:p>
                  </a:txBody>
                  <a:tcPr marT="36576" marB="36576">
                    <a:solidFill>
                      <a:srgbClr val="1517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RESPONSE_BUDGET_S / EXPLANATION_DEADLINE_S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 s / 60 s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WI-300 的承諾 / 量測到的說明時間上限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6E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前者不跟模型走，後者跟量測走</a:t>
                      </a:r>
                    </a:p>
                  </a:txBody>
                  <a:tcPr marT="36576" marB="36576">
                    <a:solidFill>
                      <a:srgbClr val="1E21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6636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附錄 · 備查數字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400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A0A6"/>
                </a:solidFill>
                <a:latin typeface="IBM Plex Mono"/>
                <a:ea typeface="Noto Sans TC"/>
                <a:cs typeface="Noto Sans TC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
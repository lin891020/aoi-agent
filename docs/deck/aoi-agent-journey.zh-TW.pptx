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而且剛好達標——那也是我出貨了九天的數字，而它是錯的：那個門檻是在同一份切分上掃出來的，達標是用答案買來的。</a:t>
            </a:r>
          </a:p>
          <a:p>
            <a:r>
              <a:t>講稿 3. 誠實的選法是交叉驗證：五折、每折用沒訓練過那折的模型預測、6,569 個缺陷合起來選，而且取區間上緣不取點估計，因為預算是對還沒看過的缺陷的承諾。選出來是 0.912。</a:t>
            </a:r>
          </a:p>
          <a:p>
            <a:r>
              <a:t>講稿 4. 在這份沒看過的切分上，0.912 省 55.6% 的人工、漏 0.66%——超過 0.5%。我把它寫在頭條旁邊，不藏。按缺陷數算是 0.35%、整線 0.51%，兩個讀法都印。</a:t>
            </a:r>
          </a:p>
          <a:p>
            <a:r>
              <a:t>講稿 5. 最後一件事比門檻本身重要：選門檻的那份資料估 0.32%，實際量到 0.66%，每個門檻都是同一個兩倍。兩邊類別組成一樣，超出的部分集中在 open 和 short——所以這不是調參調壞的，是 trainval 的板子比較容易。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Q：你怎麼發現 52.8% 有問題的？</a:t>
            </a:r>
          </a:p>
          <a:p>
            <a:r>
              <a:t>A：去追那個門檻是怎麼定的。0.961 是 report.py 在 test_predictions.npz 上掃出來的，而那正是我報告成績的那份切分——它看過答案。作為引擎之間的比較公平，各給一個 oracle；作為出貨數字不行。</a:t>
            </a:r>
          </a:p>
          <a:p/>
          <a:p>
            <a:r>
              <a:t>Q：那為什麼不乾脆調到達標為止？</a:t>
            </a:r>
          </a:p>
          <a:p>
            <a:r>
              <a:t>A：那就是我剛拿掉的那件事。門檻只能用 trainval 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白話：52.8% @ ≤0.5% 是這個專案的招牌。去追那個門檻怎麼定的，發現它是在我報告成績的同一份資料上挑出來的——所以達標是用答案買的。</a:t>
            </a:r>
          </a:p>
          <a:p/>
          <a:p>
            <a:r>
              <a:t>講稿 1. 這是我最不想講、但一定要講的一頁。52.8% @ 0.5% 是我履歷第一行，而它的達標是假的。</a:t>
            </a:r>
          </a:p>
          <a:p>
            <a:r>
              <a:t>講稿 2. 門檻 0.961 是 report.py 在 test_predictions.npz 上掃出來的，那正是我報成績的那份切分。作為引擎之間的比較這樣公平，各給一個 oracle；作為出貨數字不行，因為它看過答案。</a:t>
            </a:r>
          </a:p>
          <a:p>
            <a:r>
              <a:t>講稿 3. 改成交叉驗證選：五折、每折用沒看過那折的模型、6,569 個缺陷合起來選，取區間上緣。答案是 0.912，在 test 上省 55.6%、漏 0.66%，超過預算。我把它寫在頭條旁邊。</a:t>
            </a:r>
          </a:p>
          <a:p>
            <a:r>
              <a:t>講稿 4. 但真正的發現比門檻大：選門檻那份資料估 0.32%，實際 0.66%，每個門檻都是兩倍。所以是資料本身不可互換，不是我調壞了。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#9：頭條數字的「達標」，是用答案買來的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 → 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頭條，換成誠實選的門檻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0.50% → 0.66%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漏檢率，超過 0.5% 的預算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選門檻的資料低估的倍率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當時要回答的問題是：程式裡的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是怎麼定的？我沿著它一路追到 report.py，看它在哪一份資料上掃；如果它掃的是 test_predictions.npz，那就是我報告成績的那一份，這個門檻就不能算出貨數字。就算追完發現沒問題，這一趟也還是要走，因為它是我履歷第一行的來源。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把選門檻和報成績分開：五折依影像切 trainval，每折用沒訓練過那折的模型預測，把 out-of-fold 預測合起來選門檻（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個缺陷），test 完全不參與。而且取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區間上緣不取點估計——預算是對還沒看過的缺陷的承諾。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216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216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誠實選出來是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。在 test 上：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的人工、漏檢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。先試過的兩個比較弱的規則也都量了：單一驗證集點估計選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3434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3799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3799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更大的一件事在後面：選門檻的那份資料估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，實際量到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，每一個試過的門檻都是同一個兩倍。兩邊類別組成一樣，超出的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short。所以不是調參調壞的——是 trainval 的板子比官方測試板容易。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30368"/>
            <a:ext cx="11521440" cy="6035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66944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66944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invariant：門檻絕不在報告它的那份切分上選。而且兩個測試現在故意斷言相反的方向——「aggregate 未達標」「出貨門檻在 test 上超標」——所以「把門檻調到達標為止」這個誘惑會讓測試變紅，不會安靜通過。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
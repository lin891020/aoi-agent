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55.6%，但它旁邊永遠帶三個東西：那個門檻怎麼選的、它的漏網率、還有分類別的最差值。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Q：55.6% 是怎麼算的？</a:t>
            </a:r>
          </a:p>
          <a:p>
            <a:r>
              <a:t>A：在 7,322 個 AOI 候選裡，模型以 P(false call) ≥ 0.912 排掉的比例。那個門檻是在 trainval 上用五折交叉驗證選的，6,569 個缺陷支撐這個選擇，test 這份切分完全沒參與。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影響（分母是缺陷數），但省掉的人工比例會隨誤報比例上升，55.6%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85.9%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0.912 排除、缺陷 ≥ 0.947 且非 open 確認——85.9% 在這裡結束</a:t>
            </a:r>
          </a:p>
          <a:p>
            <a:r>
              <a:t>• 其餘：取得脈絡（3 個 MCP 工具，標準依類別限定）→ LLM 寫說明（僅說明，60 秒上限）→ 信心 ≥ 0.912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A：沒有。兩個菱形都讀分類器的信心（0.912 / 0.947），LLM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白話：曲線上每一點是一個門檻。挑哪一點是一個決定，而那個決定不能用「等一下要拿來報告成績」的那份資料來做。</a:t>
            </a:r>
          </a:p>
          <a:p/>
          <a:p>
            <a:r>
              <a:t>講稿 1. 先講這張圖在回答什麼：漏檢率在這個系統裡不是一個指標，是一個預算。代價不對稱——漏一片是那片板子出貨了，多報一次是作業員三秒——所以我從來不報準確率。</a:t>
            </a:r>
          </a:p>
          <a:p>
            <a:r>
              <a:t>講稿 2. 橫軸漏檢率、縱軸省掉的人工，門檻掃過去就是這條線。曲線上最好的那一點是 0.961，52.8% 而且剛好達標——那是這份切分能達到的上限，作為引擎之間的比較很公平，但它是在這份切分上挑的，所以不能同時當部署數字。</a:t>
            </a:r>
          </a:p>
          <a:p>
            <a:r>
              <a:t>講稿 3. 所以選門檻用另一份資料：五折交叉驗證，每折用沒訓練過那折的模型預測，6,569 個缺陷合起來選，取區間上緣不取點估計，因為預算是對還沒看過的缺陷的承諾。選出來是 0.912。</a:t>
            </a:r>
          </a:p>
          <a:p>
            <a:r>
              <a:t>講稿 4. 在這份沒參與選擇的切分上，0.912 省 55.6% 的人工、漏 0.66%——超過 0.5%。按缺陷數算是 0.35%、整線 0.51%，兩個讀法都印在頭條旁邊。</a:t>
            </a:r>
          </a:p>
          <a:p>
            <a:r>
              <a:t>講稿 5. 最後一件事比門檻本身重要：選擇集估 0.32%、test 實測 0.66%，每個門檻都是同一個兩倍，兩邊類別組成也一樣。那是一個泛化差距的量測——trainval 的板子比官方測試板容易，而差距集中在 open 和 short。</a:t>
            </a:r>
          </a:p>
          <a:p/>
          <a:p>
            <a:r>
              <a:t>面試官會問：</a:t>
            </a:r>
          </a:p>
          <a:p>
            <a:r>
              <a:t>Q：漏檢率重要嗎？為什麼不報準確率？</a:t>
            </a:r>
          </a:p>
          <a:p>
            <a:r>
              <a:t>A：它不是重要的指標之一，它是預算——其他每個數字都是在它固定之後才有意義。代價不對稱：漏一片是出貨，多報一次是三秒。準確率把這兩種錯當成一樣重，整條產線的取捨在那個數字上是看不見的。</a:t>
            </a:r>
          </a:p>
          <a:p/>
          <a:p>
            <a:r>
              <a:t>Q：為什麼要換掉 52.8%？</a:t>
            </a:r>
          </a:p>
          <a:p>
            <a:r>
              <a:t>A：因為那個門檻是在報成績的同一份切分上掃出來的——一份資料同時做了選超參數和報成績兩件事。作為引擎之間的比較它是公平的，四個引擎各拿自己的最佳點；作為部署數字不行，因為那個點是看著這份資料挑的。</a:t>
            </a:r>
          </a:p>
          <a:p/>
          <a:p>
            <a:r>
              <a:t>Q：那為什麼不乾脆調到達標為止？</a:t>
            </a:r>
          </a:p>
          <a:p>
            <a:r>
              <a:t>A：那會把剛拆開的兩件事又併回去。門檻只能用選擇集選，test 只能用來報告。所以現在有兩個測試故意斷言相反的方向——「aggregate 未達標」「出貨門檻在 test 上超標」——把門檻調到這份切分達標為止會讓測試變紅。</a:t>
            </a:r>
          </a:p>
          <a:p/>
          <a:p>
            <a:r>
              <a:t>Q：那預算到底達不達標？</a:t>
            </a:r>
          </a:p>
          <a:p>
            <a:r>
              <a:t>A：看怎麼數。按候選 0.66%，超標；按缺陷——QP-110 的原文寫法——複判模型 0.35%，達標；整線 0.51%。而且真正關掉它的是電測：7 個漏掉的 open 被電測覆蓋之後，剩下 13/3018 = 0.43%，回到預算內。</a:t>
            </a:r>
          </a:p>
          <a:p/>
          <a:p>
            <a:r>
              <a:t>Q：換一條產線，這些數字還成立嗎？</a:t>
            </a:r>
          </a:p>
          <a:p>
            <a:r>
              <a:t>A：漏檢率成立，省人工不成立。漏檢率除以缺陷總數，不良率重新加權會約掉；55.6% 假設的是這個 split 的 41.2% 不良率，線越乾淨越高。真正不能轉移的是驗證：一條只看到 100 個缺陷的試產線，確認不了 0.5% 的預算——而我自己的驗證集只有 969 個缺陷，已經吃過這個虧。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白話：門檻是一個超參數，而超參數不該用「等一下要拿來報成績」的那份資料選。把兩件事拆開之後，量到的不是一個修正，是一個泛化差距。</a:t>
            </a:r>
          </a:p>
          <a:p/>
          <a:p>
            <a:r>
              <a:t>講稿 1. 這一頁講的是一個方法學問題，還有它量出來的東西。門檻是一個超參數，而我原本是在 test 上掃出來的。</a:t>
            </a:r>
          </a:p>
          <a:p>
            <a:r>
              <a:t>講稿 2. 那個設定在一件事上是對的：比較 FP32、ONNX、INT8 四個引擎時，每個引擎各拿自己的最佳點，很公平。問題是同一個數字也被當成部署數字用了——一份資料同時做了選門檻和報成績兩件事。</a:t>
            </a:r>
          </a:p>
          <a:p>
            <a:r>
              <a:t>講稿 3. 所以我把選門檻的資料獨立出來，然後量分開之後會不會動。事先講好：如果兩份資料可互換，應該幾乎不動。結果門檻從 0.961 變 0.912，漏檢從估的 0.32% 變實測的 0.66%。</a:t>
            </a:r>
          </a:p>
          <a:p>
            <a:r>
              <a:t>講稿 4. 而那個兩倍在每一個門檻上都成立，兩邊類別組成也一樣——所以這是一個泛化差距的量測，不是一次調參失誤。多出來的漏檢集中在 open 和 short，正好是最不能漏的兩類。</a:t>
            </a:r>
          </a:p>
          <a:p>
            <a:r>
              <a:t>講稿 5. 關掉它的不是更好的門檻，是電測——7 個漏掉的 open 被覆蓋之後剩 13/3018 = 0.43%，回到預算內。這跟分類別那頁是同一個答案。</a:t>
            </a:r>
          </a:p>
          <a:p/>
          <a:p>
            <a:r>
              <a:t>面試官會問：</a:t>
            </a:r>
          </a:p>
          <a:p>
            <a:r>
              <a:t>Q：既然數字變難看，你為什麼要改？</a:t>
            </a:r>
          </a:p>
          <a:p>
            <a:r>
              <a:t>A：因為那個數字是我履歷第一行，而面試官打開 repo 就會看到 report.py 在哪份資料上掃。與其被指出來，不如我自己修掉、並且留下一條 invariant 和兩個反方向的測試。而且改完之後省的人工其實更多，55.6% 對 55.6%——變的是它的漏檢率誠實了。</a:t>
            </a:r>
          </a:p>
          <a:p/>
          <a:p>
            <a:r>
              <a:t>Q：交叉驗證選門檻，為什麼要用區間上緣？</a:t>
            </a:r>
          </a:p>
          <a:p>
            <a:r>
              <a:t>A：因為預算是對還沒看過的缺陷的承諾。我的單一驗證集只有 969 個缺陷，一個缺陷就是 0.10%，點估計規則在那裡選 0.610，拿到 test 上漏 0.93%——將近兩倍預算。取區間上緣就是要求它用區間清預算，不是用剛好落在線內的點估計。</a:t>
            </a:r>
          </a:p>
          <a:p/>
          <a:p>
            <a:r>
              <a:t>Q：那這個系統到底能不能上線？</a:t>
            </a:r>
          </a:p>
          <a:p>
            <a:r>
              <a:t>A：以這個 checkpoint、這份資料，按候選算是不達標的。要達標有兩條路：一條是電測那類不共用同一種失敗的第二次量測，算出來 0.43%；另一條是讓選門檻的資料能代表出貨的資料，而那需要第二份資料集或真的產線，不是再調一次參數。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白話：作業員真正要按的就是這一排；本來只有 1–7 七個確定的答案，「我不確定」是後來補上的，而且它刻意不是一個判定。</a:t>
            </a:r>
          </a:p>
          <a:p/>
          <a:p>
            <a:r>
              <a:t>頁面上只有圖；要點：</a:t>
            </a:r>
          </a:p>
          <a:p>
            <a:r>
              <a:t>• 七個鍵對應六類瑕疵加 false_call，鍵盤直接按，答完自動跳下一個</a:t>
            </a:r>
          </a:p>
          <a:p>
            <a:r>
              <a:t>• 0「我不確定」不是判定，不寫進 review_decisions——那張表是下一輪的訓練標籤，「不確定」是唯一不能當標籤的答案</a:t>
            </a:r>
          </a:p>
          <a:p>
            <a:r>
              <a:t>• 它也不會喚醒暫停中的 run：中斷點就是這個區域還答得出來的原因，消耗掉就等於替沒人回答的問題結案</a:t>
            </a:r>
          </a:p>
          <a:p>
            <a:r>
              <a:t>• 退回的次數會累積，被三個人退回的區域和被跳過一次的不是同一種東西</a:t>
            </a:r>
          </a:p>
          <a:p/>
          <a:p>
            <a:r>
              <a:t>講稿 1. 這一排就是作業員真正會碰到的東西，七個鍵加一顆退回鍵。</a:t>
            </a:r>
          </a:p>
          <a:p>
            <a:r>
              <a:t>講稿 2. 本來只有七個確定的答案。看不懂的區域只能靠關掉網頁來表達，而關掉網頁的區域跟沒人看過的長得一模一樣，下一個人再遇到、再關掉，沒有東西在數。</a:t>
            </a:r>
          </a:p>
          <a:p>
            <a:r>
              <a:t>講稿 3. 代價已經付過：五筆在沒有把握的情況下點掉的標籤，四筆是錯的，跟專家的標籤分不出來，最後手動刪掉。</a:t>
            </a:r>
          </a:p>
          <a:p>
            <a:r>
              <a:t>講稿 4. 所以「我不確定」刻意不是一個判定：它不進訓練標籤那張表，也不會把暫停中的執行喚醒，因為那等於替一個沒人回答的問題結案。</a:t>
            </a:r>
          </a:p>
          <a:p/>
          <a:p>
            <a:r>
              <a:t>面試官會問：</a:t>
            </a:r>
          </a:p>
          <a:p>
            <a:r>
              <a:t>Q：為什麼不確定不算一種判定？</a:t>
            </a:r>
          </a:p>
          <a:p>
            <a:r>
              <a:t>A：review_decisions 是下一輪訓練的標籤來源，「不確定」是唯一一個絕對不能當標籤的答案。它有自己的表、自己的路由、自己的佇列狀態 deferred。</a:t>
            </a:r>
          </a:p>
          <a:p/>
          <a:p>
            <a:r>
              <a:t>Q：退回之後誰來答？</a:t>
            </a:r>
          </a:p>
          <a:p>
            <a:r>
              <a:t>A：senior。這是這個站台唯一真正需要的權限：區域會被退回就是因為受過訓練的人讀不出來，再交給下一個一般作業員就是交回同一個已經失敗的判斷。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白話：一張圖看完 /ask 這一層：以前沒指名就拒答或亂猜，現在會把整個集合掃一遍，還做不到的是「第二步要用第一步的答案」。</a:t>
            </a:r>
          </a:p>
          <a:p/>
          <a:p>
            <a:r>
              <a:t>頁面上只有圖；要點：</a:t>
            </a:r>
          </a:p>
          <a:p>
            <a:r>
              <a:t>• 以前：沒指名任何一台，規劃器要嘛拒答、要嘛自己挑一台——15/28 該拒的有拒、58/70 三遍一致</a:t>
            </a:r>
          </a:p>
          <a:p>
            <a:r>
              <a:t>• 現在：機台、線別、班別、事件種類都列在 prompt 裡，規則是排序一次加每個成員各查一次——28/42 不變、17/28、64/70</a:t>
            </a:r>
          </a:p>
          <a:p>
            <a:r>
              <a:t>• 還做不到：計畫在第一個查詢跑之前就寫完，第一步的結果沒有通道流回計畫，模型只能寫佔位符或拒答</a:t>
            </a:r>
          </a:p>
          <a:p>
            <a:r>
              <a:t>• 下一個機制叫依賴參數：程式在第一步回來之後填真值，規劃還是一次——不是 agent 迴圈，刻意還沒做</a:t>
            </a:r>
          </a:p>
          <a:p/>
          <a:p>
            <a:r>
              <a:t>講稿 1. 這張圖是上一頁的三欄版本，我用它來講 /ask 到底能問到多遠。</a:t>
            </a:r>
          </a:p>
          <a:p>
            <a:r>
              <a:t>講稿 2. 左邊是以前：問「哪一台機台誤判最多」，沒指名，它要嘛拒答要嘛自己挑一台——後者比較危險，因為答案看起來是真的。</a:t>
            </a:r>
          </a:p>
          <a:p>
            <a:r>
              <a:t>講稿 3. 中間是現在：機台這種集合很小又列在 prompt 裡，所以規則是排序一次、再對每個成員各查一次，一次規劃同時展開；該答的沒退步，該拒的和穩定度都變好。</a:t>
            </a:r>
          </a:p>
          <a:p>
            <a:r>
              <a:t>講稿 4. 右邊是這一層的邊界：第二步要用第一步的答案，而計畫是在任何查詢跑之前就寫完的，架構裡沒有這條回流的通道。</a:t>
            </a:r>
          </a:p>
          <a:p>
            <a:r>
              <a:t>講稿 5. 那條通道我知道長什麼樣，叫依賴參數，程式填值不是模型邊看邊想——刻意沒做，因為七十題裡還沒有人真的問出這種題。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白話：一個模型的分數只能回答它被訓練去回答的問題；它錯的時候是有信心地錯，所以在它自己的輸出上找不到切點，要靠第二種不共用失敗的量測。</a:t>
            </a:r>
          </a:p>
          <a:p/>
          <a:p>
            <a:r>
              <a:t>頁面上只有圖；要點：</a:t>
            </a:r>
          </a:p>
          <a:p>
            <a:r>
              <a:t>• 有樣板：複判器的分數就是在答「是不是誤報」，所以排掉 55.6% 的人工——這把尺量的就是那個問題</a:t>
            </a:r>
          </a:p>
          <a:p>
            <a:r>
              <a:t>• 但它漏掉的 short 是 1.55%，預算的 3.1 倍；它放掉的瑕疵分數是 0.00007–0.00589，留下的中位數 1.000——兩堆不重疊，是有信心的錯</a:t>
            </a:r>
          </a:p>
          <a:p>
            <a:r>
              <a:t>• 沒樣板：偵測器的分數在答「這裡有沒有東西」。直接排 1.2%、換專門判誤報的模型 2.8%、放大四倍 0.6%</a:t>
            </a:r>
          </a:p>
          <a:p>
            <a:r>
              <a:t>• 所以不是模型不夠好是資訊不夠：補參考（CAD/Gerber、黃金板）或補第二種物理量（3D SPI 高度、電測）</a:t>
            </a:r>
          </a:p>
          <a:p/>
          <a:p>
            <a:r>
              <a:t>講稿 1. 這張是把兩個看起來無關的發現放在一起，因為它們的答案是同一個。</a:t>
            </a:r>
          </a:p>
          <a:p>
            <a:r>
              <a:t>講稿 2. 左邊有樣板的線：複判器的分數本來就在回答「是不是誤報」，所以拿它排序排掉了 52.8% 的人工，尺是對的。可是它漏掉的 short 是預算的三倍，而且它放掉那些瑕疵的時候分數是 0.00007 到 0.00589，留下的中位數是 1.000——兩堆完全不重疊。</a:t>
            </a:r>
          </a:p>
          <a:p>
            <a:r>
              <a:t>講稿 3. 那代表它是有信心地錯，不是猶豫地錯，所以在它自己的輸出上永遠找不到一個切點把那些漏檢挑出來。門檻調再嚴也沒用。</a:t>
            </a:r>
          </a:p>
          <a:p>
            <a:r>
              <a:t>講稿 4. 右邊沒樣板的線：偵測器的分數回答的是「這裡有沒有東西」，不是「是不是誤報」。三個角度都試過——直接排 1.2%、換一個專門判誤報的模型 2.8%、把照片放大四倍 0.6%，最後一個還更差。</a:t>
            </a:r>
          </a:p>
          <a:p>
            <a:r>
              <a:t>講稿 5. 所以兩邊的結論是同一句：要關掉盲點只能加一個不共用同一種失敗的量測。有樣板的線是電測，沒樣板的線是給它參考或給它 3D SPI 的高度——都不是換更大的模型。</a:t>
            </a:r>
          </a:p>
          <a:p/>
          <a:p>
            <a:r>
              <a:t>面試官會問：</a:t>
            </a:r>
          </a:p>
          <a:p>
            <a:r>
              <a:t>Q：為什麼不對漏掉的那一類單獨設更嚴的門檻？</a:t>
            </a:r>
          </a:p>
          <a:p>
            <a:r>
              <a:t>A：因為那些不是模糊地帶。複判器放掉的 open，P(open) 是 0.00007 到 0.00589，它留下的中位數是 1.000——兩堆之間沒有重疊區可以切。任何在模型自己輸出上的切法都分不開，這是「有信心的錯」的定義。</a:t>
            </a:r>
          </a:p>
          <a:p/>
          <a:p>
            <a:r>
              <a:t>Q：那你會怎麼提案給產線？</a:t>
            </a:r>
          </a:p>
          <a:p>
            <a:r>
              <a:t>A：不是換模型，是補一個不共用失敗的量測。有樣板的線用電測，WI-201 本來就寫了；沒樣板的 SMT 線用 CAD/Gerber 或黃金板把樣板通道補回來，或用 3D SPI 的錫膏高度——高度是一個視覺模型看不到的物理量。</a:t>
            </a:r>
          </a:p>
          <a:p/>
          <a:p>
            <a:r>
              <a:t>Q：你怎麼知道是資訊不夠而不是模型不夠好？</a:t>
            </a:r>
          </a:p>
          <a:p>
            <a:r>
              <a:t>A：因為我把偵測器的框裁下來，用跟複判器一模一樣的架構重訓一個專門判誤報的模型，唯一差別是少了樣板通道，同樣 578 個候選只有 2.8%。再把輸入解析度加倍，掉到 0.6%。三個方向都指向同一個限制。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 / 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的人工複判被拿掉 —— 門檻 0.912，用交叉驗證選的，從來沒在報告它的那份切分上挑過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是那個門檻的漏網率，對 0.5% 的預算——超標，而且我把它寫在頭條旁邊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1/9 · 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2/9 · 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3/9 · 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120700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是旋鈕（門檻可以調）。report.py 從此不算整線數字，scripts/escape_accounting.py 才算，而且按缺陷數不按框。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2026-08-31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重跑：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0.16%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——牆變小了，因為那次量測早於對位階段。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5/9 · 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操作點：門檻不能在報告它的那份資料上挑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出貨門檻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的預算——超標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門檻是在 trainval 上用五折交叉驗證選的，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個缺陷支撐，取區間上緣不取點估計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曲線上最好的那一點是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/ 52.8% / 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——它達標，但它是在這份切分上掃出來的，不能當出貨數字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兩個 rate 都印：按候選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，按缺陷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（QP-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的原文寫法），整線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0.51%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1.77%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1.16%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說這兩類一個都不能放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models/test_predictions.npz → review removed vs escape rate；出貨的是 0.912，不是曲線上最好看的那一點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4/9 · 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——三個都是各自在這份切分上的 oracle，所以是引擎之間的比較，不是出貨數字。成立。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55.6%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55.6%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#9：選門檻和報成績用了同一份資料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0.32% → 0.66%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同一個門檻，選擇集估 vs 實測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而且每個門檻都是——系統性的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多出來的漏檢集中在 open 和 short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當時要回答的問題是：門檻是一個超參數，它該用哪一份資料選？原本的設計只有兩份資料——trainval 訓練、test 報告——而門檻是在 test 上掃的。作為四個引擎之間的比較這是公平的，每個引擎各拿自己的最佳點；但同一個數字也被當成部署數字用，那就是一份資料同時做了兩件事。就算拆開之後數字沒動，這一趟也要走，因為它是頭條數字的來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把選門檻的資料獨立出來，然後量「分開之後數字會不會動」。五折依影像切 trainval，每折用沒訓練過那折的模型預測，out-of-fold 合起來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6,569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個缺陷選門檻，test 完全不參與；並取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區間上緣不取點估計，因為預算是對還沒看過的缺陷的承諾。事先講好的失敗條件：如果兩份資料可互換，門檻和漏檢率應該幾乎不動。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動很大。門檻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 → 0.912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；同一個門檻在選擇集上估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、在 test 上實測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，約兩倍。中間試過的兩個較弱規則也都量了：單一驗證集只有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個缺陷，點估計選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0.610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（test 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）、區間上緣選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0.9968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（達標但只省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32.9%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）——樣本太小，一個缺陷就是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0.10%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而那個兩倍不是雜訊，是系統性的：每一個試過的門檻都是同一個倍率。兩邊類別組成一樣，多出來的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個漏檢裡有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個集中在 open 和 short。所以結論不是「門檻挑錯了」，是這兩份資料不可互換——一個泛化差距，而且它在最不能漏的兩類上最大。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invariant：選門檻和報成績用不同的資料，而且門檻要用區間上緣清預算不是用點估計。兩個測試故意斷言相反的方向——「aggregate 未達標」「出貨門檻在 test 上超標」——所以「把門檻調到 test 達標為止」會讓測試變紅，不會安靜通過。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8/9 · 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6/9 · 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7/9 · 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320601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你的判定：七個確定的答案，和第八顆按鈕</a:t>
            </a:r>
          </a:p>
        </p:txBody>
      </p:sp>
      <p:pic>
        <p:nvPicPr>
          <p:cNvPr id="3" name="Picture 2" descr="shot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762125"/>
            <a:ext cx="11430000" cy="3333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鍵盤 1–7 判定、0 退回。答案以判定人的名義入庫，並喚醒暫停中的那個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5288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規劃器的射程：以前 / 現在 / 還做不到</a:t>
            </a:r>
          </a:p>
        </p:txBody>
      </p:sp>
      <p:pic>
        <p:nvPicPr>
          <p:cNvPr id="3" name="Picture 2" descr="planner_re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401679"/>
            <a:ext cx="11430000" cy="405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同一種問句，三個階段。計畫是在任何查詢跑之前一次寫完的。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模型救不了自己的盲點：兩條線，同一個答案</a:t>
            </a:r>
          </a:p>
        </p:txBody>
      </p:sp>
      <p:pic>
        <p:nvPicPr>
          <p:cNvPr id="3" name="Picture 2" descr="model_blind_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200150"/>
            <a:ext cx="11430000" cy="4457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有樣板的線靠電測，沒樣板的線靠樣板或 3D SPI——都不是更大的模型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  <a:ea typeface="Noto Sans TC"/>
                <a:cs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  <a:ea typeface="Noto Sans TC"/>
                <a:cs typeface="Noto Sans TC"/>
              </a:rPr>
              <a:t>★ 主線 9/9 · 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  <a:ea typeface="Noto Sans TC"/>
                <a:cs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  <a:ea typeface="Noto Sans TC"/>
                <a:cs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  <a:ea typeface="Noto Sans TC"/>
                <a:cs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  <a:ea typeface="Noto Sans TC"/>
                <a:cs typeface="Noto Sans TC"/>
              </a:rPr>
              <a:t>41 / 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
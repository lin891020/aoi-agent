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白話：左邊是「一個紅框怎麼被判」，右邊是「主管的一句話怎麼變成答案」；兩張圖都是程式自己畫的。</a:t>
            </a:r>
          </a:p>
          <a:p/>
          <a:p>
            <a:r>
              <a:t>講稿 1. 兩張圖，兩條路，同一個原則：語言模型負責語言，程式負責其他一切。</a:t>
            </a:r>
          </a:p>
          <a:p>
            <a:r>
              <a:t>講稿 2. 左邊注意「交給人」那個框，它是 LangGraph 的 interrupt，存在 SQLite，程式重啟還在——一個死掉的升級只是穿著 graph 衣服的 prompt。</a:t>
            </a:r>
          </a:p>
          <a:p>
            <a:r>
              <a:t>講稿 3. 右邊注意「驗證」那個菱形：規劃器寫的每個參數值都對照資料庫真實存在的值，L4 這種不存在的產線直接拒絕，不重試。</a:t>
            </a:r>
          </a:p>
          <a:p>
            <a:r>
              <a:t>講稿 4. 這兩張圖不是我畫的，是腳本從 graph 的常數畫的，門檻改了圖就跟著改。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52.8% 的人工複判被拿掉 —— 在 ≤0.5% 的漏網率預算下（7,322 個候選、3,018 個真缺陷）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漏網率 0.50% 是這個 split 的點估計；讀成未知資料上的比例，95% 區間到 0.82%，不排除超預算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六類裡 short 的漏網率 1.55%，是平均的 3.1 倍 —— 平均數字不能單獨報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82.2% 的區域不經過語言模型就處置完；LLM 只解釋，不決定</a:t>
            </a:r>
          </a:p>
          <a:p>
            <a:pPr>
              <a:lnSpc>
                <a:spcPct val="125000"/>
              </a:lnSpc>
            </a:pPr>
            <a:r>
              <a:rPr sz="17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700" b="0">
                <a:solidFill>
                  <a:srgbClr val="E8E6E1"/>
                </a:solidFill>
                <a:latin typeface="Noto Sans TC"/>
              </a:rPr>
              <a:t>1,401 個測試，不用 GPU、不呼叫模型；19 條 invariant 有 audit 腳本說哪一條沒被守住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這個資料集上 41.2%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157350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相減前端：樣板減待測，產生候選（也就是「AOI」）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複判模型：ResNet-18 看每個候選，給 P(false call) 和六類機率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門檻與路由：兩個數字決定誰直接處置、誰交給人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Agent 與站台：LLM 寫說明、人做判定、每個判定記名字和模型版本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/ask：主管問一句話，系統規劃查詢、驗證、查完畫圖寫答案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兩條流程：處置路徑與分析路徑</a:t>
            </a:r>
          </a:p>
        </p:txBody>
      </p:sp>
      <p:pic>
        <p:nvPicPr>
          <p:cNvPr id="3" name="Picture 2" descr="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28013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處置路徑：classify → 依信心分路 → gather context → LLM 說明 → 依信心決定或交給人（interrupt，checkpoint 到 SQLite）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分析路徑：規劃（LLM #1）→ 驗證工具簽名與值域 → Send 平行展開 → 收集 → 圖從結果形狀推 → 撰寫（LLM #2）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兩條路上 LLM 的位置一樣：選擇與撰寫，不決定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docs/diagrams/*.svg，由 scripts/render_diagrams.py 從 graph 的常數產生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90% 或擾動後誤報爆掉，就算失敗——後面的模型就沒有可信的輸入。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S0 gate：掃門檻 10–60、加位移和雜訊擾動，讀 recall 與每張圖的 false calls。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閘門通過；候選 7,322 個、真缺陷 41.2%。這是全部後續實驗的資料基礎。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255 級的差——這件事到 08-26 換資料集才知道（第 13 頁）。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0.61%，我算錯了，而且錯在對我有利的方向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0.5% 就算這條線不能上。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第一版把 build_patches 印出的「IoU &lt; 0.33 沒對上的缺陷」當成 AOI 漏掉的，得到 5.0% + 0.47% ≈ 5.4%。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重算：157 個「沒對上」的缺陷裡 150 個其實有候選壓在上面，只是框畫得比 0.33 的 IoU 寬。真的沒被圈到的是 7 個 —— 0.22%；模型排掉的 0.38%；整線 0.61%。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兩個數字，不合成一個：0.22% 是牆（AOI 沒圈到，模型救不了），0.38% 是旋鈕（門檻可以調）。report.py 從此不算整線數字，scripts/escape_accounting.py 才算，而且按缺陷數不按框。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4 px、量 recall 和每片候選數；如果對位之後 recall 回不到 95% 或候選數降不下來，就算失敗。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位移 4 px：recall 95.0% → 90.4%，掉 4.6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修正後每片候選 58.1 → 20.7、recall 90.8% → 97.6%。旋轉不修：1.0° 的 pair 候選數仍是對齊的兩倍。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說「相關峰值的信心夠當守門」。量了：60 個已對齊的 pair 有 17 個被它修壞；四個估出 240–355 px 的離譜位移，其中兩個信心是 0.134 和 0.076——信心低沒錯，但單靠信心攔不住。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5% 不做、峰值低不做。信心不是唯一的守門。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ResNet-18，每個設計選項都有一個理由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≤0.5% 漏網下省不到三成人工，就算這條路不值得。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輸入 64 px × 3 通道（樣板／待測／差異）——差異圖是 AOI 自己的訊號，樣板讓模型知道「這裡本來應該長怎樣」。ResNet-18，10 個 epoch，M5 Air 上 4 分鐘。官方 DeepPCB split 為了可比；驗證集按板子切不按 patch 切，因為同一片板的 patch 會洩漏。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操作點見下一頁。訓練 4 分鐘、推論 CPU 2.5 ms/候選、43 MB。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沒有在這頁犯錯，但有一個假設當時沒驗：樣板通道是不是關鍵。08-28 用沒有樣板的 crop 訓同一個模型，只剩 2.8%——假設成立，但是三週後才證明的。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≤0.5%，而且要分類別看</a:t>
            </a:r>
          </a:p>
        </p:txBody>
      </p:sp>
      <p:pic>
        <p:nvPicPr>
          <p:cNvPr id="3" name="Picture 2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375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門檻 0.961（P(false call) 高於它就排掉）：52.8% 的候選不用人看，15 個真缺陷漏掉 = 0.50%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區間：15/3,018 的 95% 上緣 0.82%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分類別：short 漏網 1.55%，是平均的 3.1 倍；WI-202 說 short 一個都不能放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1.000 才對，漏掉的那些是 0.00007–0.00589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能關掉它的是第二個不共用失敗的量測：電測。WI-201 本來就寫了。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的結論，換一組權重就翻過來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當時要回答的問題是：模型要不要用 INT8 上線，代價是什麼。延遲不是理由——41 ms 對一片板 10 秒的週期是 0.4%——記憶體才是。我在漏網率預算上計價，校正只用訓練集；如果 ≤0.5% 下省掉的人工掉超過一點，就算不值得。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ONNX 匯出，動態與靜態 INT8 各一版，calibration 用 512 個 trainval patch，永遠不碰 test。用同一條操作點曲線比，不比毫秒。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記憶體 389 MB → 81 MB（約 5x），因為大半是 torch runtime 不是權重。08-23 在舊權重上：動態 INT8 掉 1.3 點，判「不值得」。08-26 在新權重上：動態 52.5%、靜態 53.0%，對 FP32 的 52.8% —— 成立。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08-23 的「不值得」被寫進文件，08-24 重訓後沒人重量，models/onnx/ 裡放的還是舊權重的匯出，兩天後才發現。量化的結論是關於一組權重的。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INT8，站台用 float32，因為延遲從來不是問題。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YOLO26n、在同一個漏網率預算下量省掉的比例；如果省不到一成，就算它不能當複判前端。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1 − confidence。同一把尺：≤0.5% 漏網下省多少。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找得到：91.6% 的瑕疵被框住，mAP50 0.658（目標中位數 17 px）。排不掉：1.2%。對照主線的 52.8%。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imgsz=1280（沒試）。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ESCALATE_BELOW 程式寫 0.90，掃出來是 0.875，餘裕只有 0.0029——一個測試集讀到小數第三位。CONFIDENT 掃到 0.999 改變 0 個處置。另外 0.915 是四捨五入到最近，結果 15 個漏網 = 0.5005%，超預算。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CONFIDENT 引 WI-300 一條沒有數字的條款；ESCALATE_BELOW 引一個「掃描」，但那個掃描從來沒跑過。看起來都有引用，全是假的。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#4：重訓後一個常數倒掛，被看到的那一半不是危險的那一半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重訓後 sweep 給 0.961，ESCALATE_BELOW 是關係式所以跟著走；CONFIDENT 是寫死的 0.95 字面值，沒動。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13 個測試變紅——這是被看到的一半。沒被看到的：高於 CONFIDENT 就不叫 LLM，兩個數字倒掛之後「要說明」的區間是空的，那個 split 上 6,736 個自動處置全部沒有說明，沒有任何東西會叫。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0.035 買到 6,736 個裡 1,460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#5：換一個資料集，第一關就壞——比我問的問題早一層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HRIPCB：10 片照片、693 張畫上瑕疵的圖、另 693 張旋轉 ±10°。data/hripcb.py 把它變成同樣的 pair 介面，不碰 DeepPCB、不碰類別表（它的 missing_hole 沒有工作指示）。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S0 gate 任何設定都過不了：門檻 60 只抓到 16.9%；recall 最高 92% 時每張 1.8 個誤報，擾動後 860 個。硬用最佳 recall 的門檻往下跑，模型在 0.961 排掉 1,387/2,953 個真缺陷 = 46.97% 漏網率，對 0.50% 的預算。旋轉版：693 對裡 563 對被對位拒絕，每片 312 個候選。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255 級的差；照片裡瑕疵是 36 級、每條邊是漸層。相減的適用範圍是二值化影像——這個專案在量出來之前沒有任何一句話說這件事。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沒有樣板可減。對位的拒絕守住了，而且現在有價錢（37% 的瑕疵沒被圈到）。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在決策路上，而且比它要覆蓋的分類器差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60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同一批 60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agent 71.7% 對分類器 85.0%。它改了 12 次類別，對 1 次，其中 9 次分類器本來是對的。confident 旗標也輸給一個單純的閾值。拿掉之後重量：系統 90.0% 對 LLM 反事實 73.3%。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#7：檢索抓到別的類別的文件，而且送到了做決定的人手上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top-2，數回來的段落有多少來自別的類別的文件；如果超過一成就算檢索壞了。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retrieval_report.py：36 個查詢、72 個段落，按來源文件的 class 對照查詢的 class。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27.8%（20/72）來自別類的文件；short 67%、open 33%。處置路徑自己的 open 查詢，第一名是 WI-206（針孔）的「在 pad 內：拒收」。店裡五筆升級全都告訴作業員「open 要看它在不在 pad 裡」——沒有任何文件寫這句。加 class scope 之後：0.0%。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當時要回答的問題是：WI-300 承諾 10 秒給判定，為什麼佇列上有一筆升級的全部內容是「the model did not answer (ReadTimeout)」？我量了模型寫一段說明的服務時間；如果中位數超過 10 秒，就算「一個常數做兩件事」這個設計失敗，10 秒不能同時當 httpx 的 timeout。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latency_report.py：20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中位 12.5 秒對 10 秒的 timeout：24 次有 20 次沒有說明。拆開後 60 秒 deadline：英文中位 8.6 秒、0/24 沒說明。中文說明第一次量 31.9 秒、3.7 倍；給了門檻、要求一段話之後 16.7 秒，英文 11.8 秒，1.4 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180 秒的設定下跑的，沒有一段說明過這件事。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RESPONSE_BUDGET_S 10 秒是 WI-300 的承諾，管判定（classify_node 2.5 ms）；EXPLANATION_DEADLINE_S 60 秒管一個沒人在等的等待。沒有說明是一個狀態（timed_out / unreachable / unparsed），不是錯誤字串，可以數。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250 筆待處理顯示「200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SHA-256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40599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12080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206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區域頁（三張圖、三欄證據、1–7 判定、0 退回）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5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692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當時要回答的問題是：一個主管問「M22 的 open 是不是不尋常」，系統能不能給一個每個數字都查得到出處的答案，而且問不了的要老實拒答？我用 70 題別人出的題庫（沒看過 prompt 的三個人）、該答 42 題、該拒 28 題、各考三遍看穩定；如果該拒的題它去猜，就算失敗。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LLM #1 產一份型別化計畫（工具、參數、為什麼）；validate_plan 對照真實簽名和值域（line_id=L4 不存在就拒絕，不重試）；Send 平行展開；圖從結果形狀推、不讓模型選；LLM #2 寫答案；claims 檢查答案裡的每個數字是否來自結果。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在場題庫 100%（同一個人出題和寫 prompt，說明的是題庫不是規劃器）；獨立 70 題第一次 55/70 = 79%：該答 27/42、該拒 28/28。錯的方向是膽小不是魯莽——7 個 miss 裡 15 個是該答卻拒。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第一次量出 100% 就該起疑：它量的是題庫。之後找三個沒看過 prompt 的人出題，才是量規劃器。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58.1%」是編的，191/585 其實是 32.6%）。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當時要回答的問題是：獨立 70 題裡有六題的維度（班別、某機某天的駁回數、等人看的件數）沒有任何型別化工具能表達，全被拒答——給模型一個唯讀 SQL 工具，多答幾題、會多錯幾題？我加一個控制組（AOI_SQL_TOOL=0）兩組各考三遍、逐句人工裁定；如果多答的不比多錯的多，就算工具失敗、下架。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SELECT、表允許清單、200 列、2 秒；SQL 原文印在結果旁邊。規劃器被告知它是最後手段。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三次量測：該答 24 → 28/42（控制組 26 → 25）；該拒裁定後 22 → 23/28。14 句 SQL 逐句裁定：6 句是本來答不了的、3 句該用型別化工具、2 句該拒、2 句路對 SQL 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L4 的規則用在 WHERE 上。意思錯的那類（序號當位置）守門看不見，寫在頁面上。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一個工具讓規劃器到處變膽；最後一題規劃不出來，命名了下一個機制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70 題的該答分數退步、或該拒的變成去猜，就算規則放太寬。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每次改措辭都重考 70 + 25 題，看退步的行；先用 7 題的小題庫快速迭代措辭，再跑全套。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28/42 不變、該拒 15 → 17/28、三遍一致 58 → 64/70、逾時 0。08-25 那次加誤判率工具：該拒 28/28 → 21/28，S25 的事件組合被一句 SELECT 吃掉。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開頭那個數字，是一份「commit uncommitted」的表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234440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49424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49424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64408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64408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100" b="0">
                <a:solidFill>
                  <a:srgbClr val="E8E6E1"/>
                </a:solidFill>
                <a:latin typeface="Noto Sans TC"/>
              </a:rPr>
              <a:t>README 開頭寫 56.2% over 8,143——那張表是 08-22 一個 header 寫著 commit uncommitted 的 tree 產的，原則上不可重現；實際 checkpoint 是 52.8% over 7,322。同一天發現 models/onnx/ 是重訓前的權重匯出，model-free floor 的比較是用舊權重打新 patch。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79392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279392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294376"/>
            <a:ext cx="132588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294376"/>
            <a:ext cx="9875520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250" b="0">
                <a:solidFill>
                  <a:srgbClr val="E8E6E1"/>
                </a:solidFill>
                <a:latin typeface="Noto Sans TC"/>
              </a:rPr>
              <a:t>第 19 條 invariant：發表的數字要指名它來自哪個 run；舊數字可以出現，但只能在一段標日期的文字裡（「這裡在 08-24 之前寫 56.2%」是讀者需要的那句）。重新匯出進 retrain chain。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電測：關掉 short 那 1.55% 漏網的唯一方法，不在這個系統裡，WI-201 本來就寫了。</a:t>
            </a:r>
          </a:p>
          <a:p>
            <a:pPr>
              <a:lnSpc>
                <a:spcPct val="125000"/>
              </a:lnSpc>
            </a:pPr>
            <a:r>
              <a:rPr sz="15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
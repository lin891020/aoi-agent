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7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8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10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本來就寫了。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11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15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16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17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18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00584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00584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791" y="1005840"/>
            <a:ext cx="775411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24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25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28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29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34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35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36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
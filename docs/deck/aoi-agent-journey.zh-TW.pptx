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05840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05840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05840"/>
            <a:ext cx="11430000" cy="47825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28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35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36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37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38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
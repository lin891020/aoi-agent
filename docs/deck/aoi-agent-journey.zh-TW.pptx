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55.6%，但它旁邊永遠帶三個東西：那個門檻怎麼選的、它的漏網率、還有分類別的最差值。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Q：55.6% 是怎麼算的？</a:t>
            </a:r>
          </a:p>
          <a:p>
            <a:r>
              <a:t>A：在 7,322 個 AOI 候選裡，模型以 P(false call) ≥ 0.912 排掉的比例。那個門檻是在 trainval 上用五折交叉驗證選的，6,569 個缺陷支撐這個選擇，test 這份切分完全沒參與。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影響（分母是缺陷數），但省掉的人工比例會隨誤報比例上升，55.6%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85.9%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0.912 排除、缺陷 ≥ 0.947 且非 open 確認——85.9% 在這裡結束</a:t>
            </a:r>
          </a:p>
          <a:p>
            <a:r>
              <a:t>• 其餘：取得脈絡（3 個 MCP 工具，標準依類別限定）→ LLM 寫說明（僅說明，60 秒上限）→ 信心 ≥ 0.912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A：沒有。兩個菱形都讀分類器的信心（0.912 / 0.947），LLM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白話：曲線上每一點是一個門檻。挑哪一點是一個決定，而那個決定不能用「等一下要拿來報告成績」的那份資料來做。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先講這張圖在回答什麼：漏檢率在這個系統裡不是一個指標，是一個預算。代價不對稱——漏一片是那片板子出貨了，多報一次是作業員三秒——所以我從來不報準確率。</a:t>
            </a:r>
          </a:p>
          <a:p>
            <a:r>
              <a:t>講稿 2. 橫軸漏檢率、縱軸省掉的人工，門檻掃過去就是這條線。曲線上最好的那一點是 0.961，52.8% 而且剛好達標——那是這份切分能達到的上限，作為引擎之間的比較很公平，但它是在這份切分上挑的，所以不能同時當部署數字。</a:t>
            </a:r>
          </a:p>
          <a:p>
            <a:r>
              <a:t>講稿 3. 所以選門檻用另一份資料：五折交叉驗證，每折用沒訓練過那折的模型預測，6,569 個缺陷合起來選，取區間上緣不取點估計，因為預算是對還沒看過的缺陷的承諾。選出來是 0.912。</a:t>
            </a:r>
          </a:p>
          <a:p>
            <a:r>
              <a:t>講稿 4. 在這份沒參與選擇的切分上，0.912 省 55.6% 的人工、漏 0.66%——超過 0.5%。按缺陷數算是 0.35%、整線 0.51%，兩個讀法都印在頭條旁邊。</a:t>
            </a:r>
          </a:p>
          <a:p>
            <a:r>
              <a:t>講稿 5. 最後一件事比門檻本身重要：選擇集估 0.32%、test 實測 0.66%，每個門檻都是同一個兩倍，兩邊類別組成也一樣。那是一個泛化差距的量測——trainval 的板子比官方測試板容易，而差距集中在 open 和 short。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A：它不是重要的指標之一，它是預算——其他每個數字都是在它固定之後才有意義。代價不對稱：漏一片是出貨，多報一次是三秒。準確率把這兩種錯當成一樣重，整條產線的取捨在那個數字上是看不見的。</a:t>
            </a:r>
          </a:p>
          <a:p/>
          <a:p>
            <a:r>
              <a:t>Q：為什麼要換掉 52.8%？</a:t>
            </a:r>
          </a:p>
          <a:p>
            <a:r>
              <a:t>A：因為那個門檻是在報成績的同一份切分上掃出來的——一份資料同時做了選超參數和報成績兩件事。作為引擎之間的比較它是公平的，四個引擎各拿自己的最佳點；作為部署數字不行，因為那個點是看著這份資料挑的。</a:t>
            </a:r>
          </a:p>
          <a:p/>
          <a:p>
            <a:r>
              <a:t>Q：那為什麼不乾脆調到達標為止？</a:t>
            </a:r>
          </a:p>
          <a:p>
            <a:r>
              <a:t>A：那會把剛拆開的兩件事又併回去。門檻只能用選擇集選，test 只能用來報告。所以現在有兩個測試故意斷言相反的方向——「aggregate 未達標」「出貨門檻在 test 上超標」——把門檻調到這份切分達標為止會讓測試變紅。</a:t>
            </a:r>
          </a:p>
          <a:p/>
          <a:p>
            <a:r>
              <a:t>Q：那預算到底達不達標？</a:t>
            </a:r>
          </a:p>
          <a:p>
            <a:r>
              <a:t>A：看怎麼數。按候選 0.66%，超標；按缺陷——QP-110 的原文寫法——複判模型 0.35%，達標；整線 0.51%。而且真正關掉它的是電測：7 個漏掉的 open 被電測覆蓋之後，剩下 13/3018 = 0.43%，回到預算內。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A：漏檢率成立，省人工不成立。漏檢率除以缺陷總數，不良率重新加權會約掉；55.6% 假設的是這個 split 的 41.2% 不良率，線越乾淨越高。真正不能轉移的是驗證：一條只看到 100 個缺陷的試產線，確認不了 0.5% 的預算——而我自己的驗證集只有 969 個缺陷，已經吃過這個虧。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白話：門檻是一個超參數，而超參數不該用「等一下要拿來報成績」的那份資料選。把兩件事拆開之後，量到的不是一個修正，是一個泛化差距。</a:t>
            </a:r>
          </a:p>
          <a:p/>
          <a:p>
            <a:r>
              <a:t>講稿 1. 這一頁講的是一個方法學問題，還有它量出來的東西。門檻是一個超參數，而我原本是在 test 上掃出來的。</a:t>
            </a:r>
          </a:p>
          <a:p>
            <a:r>
              <a:t>講稿 2. 那個設定在一件事上是對的：比較 FP32、ONNX、INT8 四個引擎時，每個引擎各拿自己的最佳點，很公平。問題是同一個數字也被當成部署數字用了——一份資料同時做了選門檻和報成績兩件事。</a:t>
            </a:r>
          </a:p>
          <a:p>
            <a:r>
              <a:t>講稿 3. 所以我把選門檻的資料獨立出來，然後量分開之後會不會動。事先講好：如果兩份資料可互換，應該幾乎不動。結果門檻從 0.961 變 0.912，漏檢從估的 0.32% 變實測的 0.66%。</a:t>
            </a:r>
          </a:p>
          <a:p>
            <a:r>
              <a:t>講稿 4. 而那個兩倍在每一個門檻上都成立，兩邊類別組成也一樣——所以這是一個泛化差距的量測，不是一次調參失誤。多出來的漏檢集中在 open 和 short，正好是最不能漏的兩類。</a:t>
            </a:r>
          </a:p>
          <a:p>
            <a:r>
              <a:t>講稿 5. 關掉它的不是更好的門檻，是電測——7 個漏掉的 open 被覆蓋之後剩 13/3018 = 0.43%，回到預算內。這跟分類別那頁是同一個答案。</a:t>
            </a:r>
          </a:p>
          <a:p/>
          <a:p>
            <a:r>
              <a:t>面試官會問：</a:t>
            </a:r>
          </a:p>
          <a:p>
            <a:r>
              <a:t>Q：既然數字變難看，你為什麼要改？</a:t>
            </a:r>
          </a:p>
          <a:p>
            <a:r>
              <a:t>A：因為那個數字是我履歷第一行，而面試官打開 repo 就會看到 report.py 在哪份資料上掃。與其被指出來，不如我自己修掉、並且留下一條 invariant 和兩個反方向的測試。而且改完之後省的人工其實更多，55.6% 對 55.6%——變的是它的漏檢率誠實了。</a:t>
            </a:r>
          </a:p>
          <a:p/>
          <a:p>
            <a:r>
              <a:t>Q：交叉驗證選門檻，為什麼要用區間上緣？</a:t>
            </a:r>
          </a:p>
          <a:p>
            <a:r>
              <a:t>A：因為預算是對還沒看過的缺陷的承諾。我的單一驗證集只有 969 個缺陷，一個缺陷就是 0.10%，點估計規則在那裡選 0.610，拿到 test 上漏 0.93%——將近兩倍預算。取區間上緣就是要求它用區間清預算，不是用剛好落在線內的點估計。</a:t>
            </a:r>
          </a:p>
          <a:p/>
          <a:p>
            <a:r>
              <a:t>Q：那這個系統到底能不能上線？</a:t>
            </a:r>
          </a:p>
          <a:p>
            <a:r>
              <a:t>A：以這個 checkpoint、這份資料，按候選算是不達標的。要達標有兩條路：一條是電測那類不共用同一種失敗的第二次量測，算出來 0.43%；另一條是讓選門檻的資料能代表出貨的資料，而那需要第二份資料集或真的產線，不是再調一次參數。</a:t>
            </a:r>
          </a:p>
          <a:p/>
          <a:p>
            <a:r>
              <a:t>Q：你怎麼確定那個兩倍是資料的問題，不是你的模型的問題？</a:t>
            </a:r>
          </a:p>
          <a:p>
            <a:r>
              <a:t>A：09-01 用完全不同的方法量到同一件事。一棵梯度提升樹、30 個手工幾何特徵，跟 ResNet 不共用任何權重、架構或訓練流程——三個 seed 在 trainval 的驗證半邊都省 28.6 到 30.2%，在 test 上只有 15.9 到 21.3%，一樣是好一半。兩種方法碰到同一堵牆，那就不是模型的性質，是切分的性質。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白話：我報的每一個數字都來自同一次訓練。整套流程重跑五次，最好的那次是 55.59%，中位數只有 50.90%——而出貨的剛好是最好的那次。</a:t>
            </a:r>
          </a:p>
          <a:p/>
          <a:p>
            <a:r>
              <a:t>講稿 1. 我報的每一個數字都來自同一次訓練，而我給的是 Wilson 區間——那是同一顆模型上的抽樣誤差，它說不到「重跑一次會落在哪」。</a:t>
            </a:r>
          </a:p>
          <a:p>
            <a:r>
              <a:t>講稿 2. 所以我把整套流程跑了五個 seed，每一個都從選門檻開始重來。部署欄 49.0% 到 55.6%，中位數 50.9%——而我一直在報的 55.6% 是五個裡最好的那一個。</a:t>
            </a:r>
          </a:p>
          <a:p>
            <a:r>
              <a:t>講稿 3. 但重點是我多加的那一欄：把門檻釘在預算上讀，只隨模型變動，範圍只有 49.7 到 52.8。所以 6.6 點的離散度裡模型只佔 3.1 點，另一半是選門檻的規則落在曲線上哪個位置。</a:t>
            </a:r>
          </a:p>
          <a:p>
            <a:r>
              <a:t>講稿 4. 還有一個小發現，面試官一定會問：out-of-fold 那欄五個 seed 一模一樣，那不是複製貼上。6,569 個缺陷下，區間上緣的規則只可能回傳漏 21 個的那個門檻——它鎖的是次數不是比率。</a:t>
            </a:r>
          </a:p>
          <a:p/>
          <a:p>
            <a:r>
              <a:t>面試官會問：</a:t>
            </a:r>
          </a:p>
          <a:p>
            <a:r>
              <a:t>Q：那你的頭條到底是 55.6% 還是 50.9%？</a:t>
            </a:r>
          </a:p>
          <a:p>
            <a:r>
              <a:t>A：55.6%，而且我會在同一句話裡說它是 seed 0、五次重跑的中位數是 50.9%、範圍 49.0 到 55.6。改成中位數會少講一半的故事：真正的資訊是離散度有多大、以及它一半來自選門檻的規則而不是模型。</a:t>
            </a:r>
          </a:p>
          <a:p/>
          <a:p>
            <a:r>
              <a:t>Q：為什麼不多跑幾個 seed 取平均當出貨模型？</a:t>
            </a:r>
          </a:p>
          <a:p>
            <a:r>
              <a:t>A：因為出貨的是一顆 checkpoint，不是一個平均。平均會給我一個沒有任何一次訓練達到過的數字。這個掃描的用途是說「重跑會落在哪」，不是選一顆更好的——選一顆更好的就等於用 test 挑 seed，正好是第 20 條 invariant 禁止的事。</a:t>
            </a:r>
          </a:p>
          <a:p/>
          <a:p>
            <a:r>
              <a:t>Q：五個 seed 夠嗎？</a:t>
            </a:r>
          </a:p>
          <a:p>
            <a:r>
              <a:t>A：不夠當標準差，夠當範圍。我報的是中位數和範圍不是平均加減標準差，就是因為 n=5。而且它蓋不到的更大：同一份資料集、同一個架構、同一份 test split——這個離散度說不到換一批板子會怎樣。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白話：三種方法都說「trainval 比較容易」，但沒有一個說為什麼。量出來的答案是：整個差距是 3,018 個裡的十個區域，而它們把門檻往上頂，門檻再決定省掉多少人工。</a:t>
            </a:r>
          </a:p>
          <a:p/>
          <a:p>
            <a:r>
              <a:t>講稿 1. 三種方法都量到 trainval 比較容易，但沒有一個說為什麼。而『為什麼』會改變我下一步做什麼。</a:t>
            </a:r>
          </a:p>
          <a:p>
            <a:r>
              <a:t>講稿 2. 四個讀法，第四個是決定性的：把 test 配平成 trainval 的類別和尺寸組成再算一次。如果差距消失，那是組成問題不是難度問題。</a:t>
            </a:r>
          </a:p>
          <a:p>
            <a:r>
              <a:t>講稿 3. 結果三個假設全錯。到 95 分位 test 上模型反而比較好；配平之後反而更差；差距全在最後 1% 的尾巴，總共十個瑕疵、八片板。</a:t>
            </a:r>
          </a:p>
          <a:p>
            <a:r>
              <a:t>講稿 4. 但最有價值的是它接起來的那句話：幾個瑕疵把門檻頂上去，門檻決定能丟掉多少誤報。所以樹那次量到的上千個候選的差距，跟這裡的十個瑕疵是同一件事的兩端。</a:t>
            </a:r>
          </a:p>
          <a:p/>
          <a:p>
            <a:r>
              <a:t>面試官會問：</a:t>
            </a:r>
          </a:p>
          <a:p>
            <a:r>
              <a:t>Q：那你把那八片板拿掉不就好了？</a:t>
            </a:r>
          </a:p>
          <a:p>
            <a:r>
              <a:t>A：產線上拿不掉。而且更嚴重的是方法問題：照『哪幾片漏了』來挑要拿掉哪幾片，就是在我要報成績的那份資料上做選擇——那正是 08-31 那條 invariant 在防的事，只是換了件衣服。這是診斷不是修法。</a:t>
            </a:r>
          </a:p>
          <a:p/>
          <a:p>
            <a:r>
              <a:t>Q：十個瑕疵而已，那這個差距是不是根本不重要？</a:t>
            </a:r>
          </a:p>
          <a:p>
            <a:r>
              <a:t>A：不能這樣讀，兩個理由。第一，三個不共用失敗模式的方法都獨立找到它。第二，它雖然小，但它決定的是門檻，而門檻決定的是上千個誤報要不要丟掉——樹那次驗證半邊 28.6% 對 test 15.9%，那是幾千個候選的差距。小的尾巴推動大的後果，這正是操作點的結構。</a:t>
            </a:r>
          </a:p>
          <a:p/>
          <a:p>
            <a:r>
              <a:t>Q：機率沒校準會不會就是這個差距的原因？</a:t>
            </a:r>
          </a:p>
          <a:p>
            <a:r>
              <a:t>A：量過了，不是。三個 seed 配出來的溫度是 1.035、1.054、0.973——有一個小於 1，所以模型連一致地過度自信都沒有——而校準前的測試 ECE 只有 0.003 到 0.008。校準前後漏檢率幾乎不動。所以我文件裡原本掛著的『該補 temperature scaling』是以量測結案的：不需要，不是還沒做。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白話：LLM 從 08-23 起只寫說明不做判定，但那句說明從來沒被打過分。打了分：數字沒捏造、說明都有寫；可是中文版會把 open 寫成「開路」，而且只有一半的時候會。把六個類別名列進 prompt 就修掉了——然後重讀時看到一個檢查看不到的錯。</a:t>
            </a:r>
          </a:p>
          <a:p/>
          <a:p>
            <a:r>
              <a:t>講稿 1. LLM 只寫說明，那句說明從來沒被打過分。這一頁是第一次。</a:t>
            </a:r>
          </a:p>
          <a:p>
            <a:r>
              <a:t>講稿 2. 兩個零是主結果：120 句裡沒有一個數字是 prompt 裡沒有的，也沒有一句寫不出來。</a:t>
            </a:r>
          </a:p>
          <a:p>
            <a:r>
              <a:t>講稿 3. 但同一批 60 筆，中文乾淨 20、英文乾淨 50。差在模型會把 open 寫成開路——41 筆裡 24 筆，不是全部，所以是硬幣不是規則。</a:t>
            </a:r>
          </a:p>
          <a:p>
            <a:r>
              <a:t>講稿 4. 六個檢查裡三個在覆核時倒了，兩個是我自己檢查器的 bug；其中一個比對的是兩套永遠對不上的詞彙，它根本不可能回傳零。</a:t>
            </a:r>
          </a:p>
          <a:p>
            <a:r>
              <a:t>講稿 5. 修法不是改那句話，是把六個類別名列出來。重跑：中文乾淨 20 變 45，沒點名類別 27 變 0。然後重讀剩下的句子，看到 5 筆把 WI-201 的條件寫反了——每個字都有來源，所以六個檢查全過。這是這頁真正該記住的：檢查能看到的修掉了，看不到的才剛開始有數字。</a:t>
            </a:r>
          </a:p>
          <a:p/>
          <a:p>
            <a:r>
              <a:t>面試官會問：</a:t>
            </a:r>
          </a:p>
          <a:p>
            <a:r>
              <a:t>Q：為什麼不用另一個模型來評分？</a:t>
            </a:r>
          </a:p>
          <a:p>
            <a:r>
              <a:t>A：因為那會變成兩個模型互評，而我沒有量測另一個模型的尺。三個檢查是精確的：數字對 prompt、文件編號對檢索到的段落文字、有沒有輸出。剩下三個是樣式，連句子一起發表給人看，13 筆兩分鐘裁完。</a:t>
            </a:r>
          </a:p>
          <a:p/>
          <a:p>
            <a:r>
              <a:t>Q：你怎麼發現檢查器自己有 bug？</a:t>
            </a:r>
          </a:p>
          <a:p>
            <a:r>
              <a:t>A：6 筆 foreign_document 全部都是「有引用文件的那 6 筆」——一個檢查的命中數剛好等於它的輸入數，就要懷疑它。查下去：它拿 WI-201 去對檔名 open-circuit，永遠不相等。修成讀檢索到的段落文字，而且每列存下那組編號，之後不用重跑模型也能重算。</a:t>
            </a:r>
          </a:p>
          <a:p/>
          <a:p>
            <a:r>
              <a:t>Q：那英文 50/60 剩下的 10 筆是什麼？</a:t>
            </a:r>
          </a:p>
          <a:p>
            <a:r>
              <a:t>A：7 筆 other_class_named、3 筆 limit——都是旗標不是精確檢查。英文 class_not_named 修掉 U+2011 之後是 0。精確檢查在兩種語言都是 0。重跑後英文 52/60，剩下 8 筆還是那兩個旗標，裁完 0 筆真的。</a:t>
            </a:r>
          </a:p>
          <a:p/>
          <a:p>
            <a:r>
              <a:t>Q：列了類別名之後就沒問題了？</a:t>
            </a:r>
          </a:p>
          <a:p>
            <a:r>
              <a:t>A：沒點名類別的問題修掉了：27 變 0，中文乾淨 20 變 45。但重讀句子看到 5 筆把 WI-201 寫反——文件說電測導通就放行，它寫「電測證實連續開路」就放行。每個字都有來源，所以六個檢查全過；這是 rationale_check 一開始就寫明看不到的那種錯，第一次有數字。修法是 prompt 措辭或第四個旗標，還沒做。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三張圖：golden image、待測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白話：一個模型的分數只能回答它被訓練去回答的問題；它錯的時候是有信心地錯，所以在它自己的輸出上找不到切點，要靠第二種不共用失敗的量測。</a:t>
            </a:r>
          </a:p>
          <a:p/>
          <a:p>
            <a:r>
              <a:t>頁面上只有圖；要點：</a:t>
            </a:r>
          </a:p>
          <a:p>
            <a:r>
              <a:t>• 有樣板：複判器的分數就是在答「是不是誤報」，所以排掉 55.6% 的人工——這把尺量的就是那個問題</a:t>
            </a:r>
          </a:p>
          <a:p>
            <a:r>
              <a:t>• 但它漏掉的 short，在出貨門檻 0.912 下是 1.77%、open 1.16%（08-31 之前讀在 0.961 那個點：short 1.55%、預算的 3.1 倍）；它放掉的瑕疵分數是 0.00007–0.00589，留下的中位數 1.000——兩堆不重疊，是有信心的錯</a:t>
            </a:r>
          </a:p>
          <a:p>
            <a:r>
              <a:t>• 沒樣板：偵測器的分數在答「這裡有沒有東西」。直接排 1.2%、換專門判誤報的模型 2.8%、放大四倍 0.6%</a:t>
            </a:r>
          </a:p>
          <a:p>
            <a:r>
              <a:t>• 所以不是模型不夠好是資訊不夠：補參考（CAD/Gerber、黃金板）或補第二種物理量（3D SPI 高度、電測）</a:t>
            </a:r>
          </a:p>
          <a:p/>
          <a:p>
            <a:r>
              <a:t>講稿 1. 這張是把兩個看起來無關的發現放在一起，因為它們的答案是同一個。</a:t>
            </a:r>
          </a:p>
          <a:p>
            <a:r>
              <a:t>講稿 2. 左邊有樣板的線：複判器的分數本來就在回答「是不是誤報」，所以拿它排序排掉了 52.8% 的人工，尺是對的。可是它漏掉的 short 在 0.961 那個點是預算的三倍，出貨門檻下是 1.77%，而且它放掉那些瑕疵的時候分數是 0.00007 到 0.00589，留下的中位數是 1.000——兩堆完全不重疊。</a:t>
            </a:r>
          </a:p>
          <a:p>
            <a:r>
              <a:t>講稿 3. 那代表它是有信心地錯，不是猶豫地錯，所以在它自己的輸出上永遠找不到一個切點把那些漏檢挑出來。門檻調再嚴也沒用。</a:t>
            </a:r>
          </a:p>
          <a:p>
            <a:r>
              <a:t>講稿 4. 右邊沒樣板的線：偵測器的分數回答的是「這裡有沒有東西」，不是「是不是誤報」。三個角度都試過——直接排 1.2%、換一個專門判誤報的模型 2.8%、把照片放大四倍 0.6%，最後一個還更差。</a:t>
            </a:r>
          </a:p>
          <a:p>
            <a:r>
              <a:t>講稿 5. 所以兩邊的結論是同一句：要關掉盲點只能加一個不共用同一種失敗的量測。有樣板的線是電測，沒樣板的線是給它參考或給它 3D SPI 的高度——都不是換更大的模型。</a:t>
            </a:r>
          </a:p>
          <a:p/>
          <a:p>
            <a:r>
              <a:t>面試官會問：</a:t>
            </a:r>
          </a:p>
          <a:p>
            <a:r>
              <a:t>Q：為什麼不對漏掉的那一類單獨設更嚴的門檻？</a:t>
            </a:r>
          </a:p>
          <a:p>
            <a:r>
              <a:t>A：因為那些不是模糊地帶。複判器放掉的 open，P(open) 是 0.00007 到 0.00589，它留下的中位數是 1.000——兩堆之間沒有重疊區可以切。任何在模型自己輸出上的切法都分不開，這是「有信心的錯」的定義。</a:t>
            </a:r>
          </a:p>
          <a:p/>
          <a:p>
            <a:r>
              <a:t>Q：那你會怎麼提案給產線？</a:t>
            </a:r>
          </a:p>
          <a:p>
            <a:r>
              <a:t>A：不是換模型，是補一個不共用失敗的量測。有樣板的線用電測，WI-201 本來就寫了；沒樣板的 SMT 線用 CAD/Gerber 或黃金板把樣板通道補回來，或用 3D SPI 的錫膏高度——高度是一個視覺模型看不到的物理量。</a:t>
            </a:r>
          </a:p>
          <a:p/>
          <a:p>
            <a:r>
              <a:t>Q：你怎麼知道是資訊不夠而不是模型不夠好？</a:t>
            </a:r>
          </a:p>
          <a:p>
            <a:r>
              <a:t>A：因為我把偵測器的框裁下來，用跟複判器一模一樣的架構重訓一個專門判誤報的模型，唯一差別是少了樣板通道，同樣 578 個候選只有 2.8%。再把輸入解析度加倍，掉到 0.6%。三個方向都指向同一個限制。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白話：前端不是用喜好選的。只有兩個變數——有沒有樣板、是不是二值化影像——而且有一個十分鐘的閘門可以直接告訴你答案。</a:t>
            </a:r>
          </a:p>
          <a:p/>
          <a:p>
            <a:r>
              <a:t>講稿 1. 面試官問「那你要換哪一個前端」，我的答案不是一個名字，是一張表加一個閘門。</a:t>
            </a:r>
          </a:p>
          <a:p>
            <a:r>
              <a:t>講稿 2. 只有兩個變數：有沒有樣板、是不是二值化。DeepPCB 是有樣板加二值化，所以相減就夠；PCB-AoI 是 SMT 沒有樣板，所以只能用偵測器，而它找得到排不掉。</a:t>
            </a:r>
          </a:p>
          <a:p>
            <a:r>
              <a:t>講稿 3. HRIPCB 是第三格：有樣板但是照片。所以不該丟掉樣板去換偵測器——我自己量過，拿掉樣板通道同一個 ResNet 只剩 2.8%。該換的是那個全域灰階門檻，換成吃 (樣板, 待測) 這一對的學出來的變化偵測。</a:t>
            </a:r>
          </a:p>
          <a:p>
            <a:r>
              <a:t>講稿 4. 但順序是先修對位：693 張旋轉的 pair 拒了 563 張，吃樣板的前端在那之前都是死的。</a:t>
            </a:r>
          </a:p>
          <a:p>
            <a:r>
              <a:t>講稿 5. 最後一句一定要講：這三條我都沒有量過。量出來的是壞在哪一層，不是修法會成功。</a:t>
            </a:r>
          </a:p>
          <a:p/>
          <a:p>
            <a:r>
              <a:t>面試官會問：</a:t>
            </a:r>
          </a:p>
          <a:p>
            <a:r>
              <a:t>Q：那你要換哪一個前端？</a:t>
            </a:r>
          </a:p>
          <a:p>
            <a:r>
              <a:t>A：看兩件事：有沒有樣板、是不是二值化影像。而且我不用猜——gate_check.py 拿一批板子跑一次相減就知道，DeepPCB 過、HRIPCB 任何設定都不過。HRIPCB 是有樣板的灰階照片，所以我會保留樣板、把全域門檻換成學出來的變化偵測，而不是換成偵測器。</a:t>
            </a:r>
          </a:p>
          <a:p/>
          <a:p>
            <a:r>
              <a:t>Q：為什麼不乾脆全部用 YOLO？</a:t>
            </a:r>
          </a:p>
          <a:p>
            <a:r>
              <a:t>A：因為那會丟掉樣板通道，而樣板通道是必要的——我拿偵測器的框裁下來、用同一個 ResNet-18 只少樣板通道重訓，在 ≤0.5% 下只剩 2.8%。偵測器是「沒有樣板可用」時的答案，不是通用答案。</a:t>
            </a:r>
          </a:p>
          <a:p/>
          <a:p>
            <a:r>
              <a:t>Q：那 YOLO 那次不就白做了？</a:t>
            </a:r>
          </a:p>
          <a:p>
            <a:r>
              <a:t>A：不是，它回答的是另一半：沒有樣板的時候會怎樣。答案是找得到（91.6%）、排不掉（1.2%）。那次的產出正好是我在 HRIPCB 上不丟掉樣板的理由。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漏網下省掉多少）量六種做法。輸入裡有沒有樣板、起點是不是預訓練的，比網路多大重要得多。</a:t>
            </a:r>
          </a:p>
          <a:p/>
          <a:p>
            <a:r>
              <a:t>講稿 1. 「為什麼是這個模型」的答案在這張表：同一把尺量六種做法，沒有一種是換更大的網路。</a:t>
            </a:r>
          </a:p>
          <a:p>
            <a:r>
              <a:t>講稿 2. 地板有兩個。弱的那個只算差異圖的統計，1.3%——但那是稻草人，候選本來就是靠差異大挑出來的。強的那個看形狀：30 個幾何特徵加一棵樹，16.70%。</a:t>
            </a:r>
          </a:p>
          <a:p>
            <a:r>
              <a:t>講稿 3. 所以正確的講法是 3.1 倍，不是 40 倍。而網路贏的那 36 分是對一個站得住的對手贏的。</a:t>
            </a:r>
          </a:p>
          <a:p>
            <a:r>
              <a:t>講稿 4. 剩下四列各拿掉一樣東西：拿掉 ImageNet 起點剩 42.3%，拿掉樣板通道剩 2.8%，整條換成偵測器的信心 1.2%。關鍵不是網路多大。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Q：地板是怎麼算的？兩個地板差在哪？</a:t>
            </a:r>
          </a:p>
          <a:p>
            <a:r>
              <a:t>A：弱的那個是差異圖上不用模型就能算的純量——平均、最大、前 32/64/128 個像素的和——最好的在 ≤0.5% 下是 1.3%，另外放一個沒訊號的常數分數當對照組，省 0.0%。但它是稻草人：候選正是 AOI 靠「差異大」挑出來的，再拿差異量排序等於問一個上游已經答過的問題。強的那個補上它丟掉的東西——形狀：30 個幾何特徵加一棵梯度提升樹，16.70%（三個 seed 15.94 到 21.28）。所以我引用的倍率是 3.1 倍。</a:t>
            </a:r>
          </a:p>
          <a:p/>
          <a:p>
            <a:r>
              <a:t>Q：那棵樹是靠哪些特徵贏的？</a:t>
            </a:r>
          </a:p>
          <a:p>
            <a:r>
              <a:t>A：三個 seed 的重要度前兩名都一樣：blob_distance_to_edge 和 elongation——差異塊離樣板邊緣多近、多長多細。那正是「誤報是對位殘差留在走線邊的細條、瑕疵是塊狀」這個假設，被量出來而不是被斷言。而我本來以為會最重要的那個（待測比樣板多銅還少銅）幾乎沒進榜——明顯有意義和在這裡有鑑別力是兩件事。</a:t>
            </a:r>
          </a:p>
          <a:p/>
          <a:p>
            <a:r>
              <a:t>Q：二值化的板子差異圖跟 ImageNet 一點都不像，預訓練憑什麼有用？</a:t>
            </a:r>
          </a:p>
          <a:p>
            <a:r>
              <a:t>A：我也這樣懷疑，所以量了。三個 seed、每個 seed 內兩邊用同一份切分，ImageNet 贏 6.71 / 18.07 / 10.46 分，全同方向；尺是「什麼都不改」的 seed 離散度 3.1 分。而且它買到的不只是分數：隨機起點那邊三個 seed 跨 8.7 分，ImageNet 那邊只跨 3.1，重訓一次會跳多少差三倍。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門檻 0.912，用交叉驗證選的，從來沒在報告它的那份切分上挑過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是那個門檻的漏網率，對 0.5% 的預算——超標，而且我把它寫在頭條旁邊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 golden image、影像已二值化。gate_check.py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79392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279392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120700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2026-08-31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重跑：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——牆變小了，因為那次量測早於對位階段。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操作點：門檻不能在報告它的那份資料上挑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出貨門檻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的預算——超標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門檻是在 trainval 上用五折交叉驗證選的，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個缺陷支撐，取區間上緣不取點估計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曲線上最好的那一點是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/ 52.8% / 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——它達標，但它是在這份切分上掃出來的，不能當出貨數字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 rate 都印：按候選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，按缺陷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（QP-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的原文寫法），整線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1.77%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1.16%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說這兩類一個都不能放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rate；出貨的是 0.912，不是曲線上最好看的那一點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——三個都是各自在這份切分上的 oracle，所以是引擎之間的比較，不是出貨數字。成立。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 golden image，相減不可能，偵測器是唯一可能的前端——它的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#9：選門檻和報成績用了同一份資料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0.32% → 0.66%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同一個門檻，選擇集估 vs 實測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而且每個門檻都是——系統性的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多出來的漏檢集中在 open 和 short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當時要回答的問題是：門檻是一個超參數，它該用哪一份資料選？原本的設計只有兩份資料——trainval 訓練、test 報告——而門檻是在 test 上掃的。作為四個引擎之間的比較這是公平的，每個引擎各拿自己的最佳點；但同一個數字也被當成部署數字用，那就是一份資料同時做了兩件事。就算拆開之後數字沒動，這一趟也要走，因為它是頭條數字的來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把選門檻的資料獨立出來，然後量「分開之後數字會不會動」。五折依影像切 trainval，每折用沒訓練過那折的模型預測，out-of-fold 合起來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個缺陷選門檻，test 完全不參與；並取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區間上緣不取點估計，因為預算是對還沒看過的缺陷的承諾。事先講好的失敗條件：如果兩份資料可互換，門檻和漏檢率應該幾乎不動。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動很大。門檻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→ 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；同一個門檻在選擇集上估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、在 test 上實測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，約兩倍。中間試過的兩個較弱規則也都量了：單一驗證集只有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個缺陷，點估計選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（test 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）、區間上緣選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0.9968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（達標但只省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）——樣本太小，一個缺陷就是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而那個兩倍不是雜訊，是系統性的：每一個試過的門檻都是同一個倍率。兩邊類別組成一樣，多出來的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個漏檢裡有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個集中在 open 和 short。所以結論不是「門檻挑錯了」，是這兩份資料不可互換——一個泛化差距，而且它在最不能漏的兩類上最大。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invariant：選門檻和報成績用不同的資料，而且門檻要用區間上緣清預算不是用點估計。兩個測試故意斷言相反的方向——「aggregate 未達標」「出貨門檻在 test 上超標」——所以「把門檻調到 test 達標為止」會讓測試變紅，不會安靜通過。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每個數字都是一個 seed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 Wilson 區間說不到這件事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55.59% / 50.90%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seed 0 對五個的中位數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3.1 對 6.6 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模型的離散度對部署的離散度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選擇規則鎖的是漏檢次數，不是比率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當時要回答的問題是：我報的區間是「同一顆模型上的抽樣誤差」，那「重跑一次整套流程會落在哪」有多大？seed 會動到依影像的切分、初始化、洗牌，以及交叉驗證回傳的門檻，這些沒有一項在 Wilson 區間裡。如果重跑的離散度和 Wilson 區間差不多，那補這一項就是多餘的，就算這個實驗白做。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4612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五個 seed，每一個把整套程序從頭跑完：五折選門檻、用該 seed 自己的切分訓最終模型、test 只在該 seed 的門檻上讀一次。額外加一欄 oracle——每個 seed 在 test 上自己的最佳門檻，不可出貨，但它把操作點釘在預算上，所以只隨模型變動。這一欄是用來分開「模型變好變壞」和「門檻落在曲線上不同位置」。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3308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3308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部署欄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49.00%–55.59%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50.90%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），漏檢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0.331%–0.663%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，正好壓在預算線上，五個裡三個在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內）。oracle 欄只有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49.73%–52.79%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。所以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點的離散度裡，模型只佔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8348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02005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02005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兩件事我原本會講錯。一是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是五個裡最好的那一個，而出貨的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在兩個軸上都最好——模型最好、門檻最低（所以省最多也漏最多）；二是我先前跟自己說「這個門檻未達預算」，那對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成立，對這個程序不成立，中位數壓在線上。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641848"/>
            <a:ext cx="11521440" cy="10607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78424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78424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兩種區間不是同一種區間：Wilson 是固定模型上的抽樣誤差，seed 的離散度是重跑會落在哪；只報前者，讀起來像「重跑會拿到同一個數字」。頭條保留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的數字但要同時說出中位數和範圍。附帶：out-of-fold 那一欄五個 seed 完全相同（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）不是 bug——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個缺陷下，漏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個的區間上緣是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0.488%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，所以規則只可能回傳「剛好漏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個」的門檻，鎖的是次數不是比率。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那個兩倍差距是什麼？十個瑕疵，八片板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十個瑕疵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整個泛化差距的大小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八片板 /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它們坐在哪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到 95 分位 test 還比較好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所以不是「比較難」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當時要回答的問題是：三個獨立量測都指出 trainval 的板子比官方測試板容易，但『為什麼』會改變下一步。是少數幾片難的板（那要換更大的測試集）、整體都難（那是官方切分的性質，只能承認）、還是組成不同（那是算術，不是難度）？我在同一個門檻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上比對兩邊，用五折 out-of-fold 對上出貨 checkpoint——那正是出貨程序自己配對的方式；如果三個假設都對不上，就算這個實驗失敗。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918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四個讀法。一、模型給瑕疵的 P(false call) 分位數，因為門檻切的就是這個數。二、漏檢集中在幾片板。三、要拿掉幾片最差的板才追平。四、決定性的：把 test 的瑕疵重新加權成 trainval 自己的（類別 × 尺寸三分位）組成再算一次——如果配平就消失，那是組成不是難度。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788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1788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trainval out-of-fold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21/6,569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；test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20/3,018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。分位數：到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為止 test 反而比較好（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分位分開（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0.5630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0.2239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）。拿掉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片裡最差的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片就追平。配平之後變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0.739%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，比原本更差。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0292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0657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657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三個假設全錯。不是整體比較難——到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分位 test 還比較好；不是組成——配平之後反而更糟，所以 test 的組成其實略微有利；是最後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的尾巴。用 trainval 的比率算 test 應該漏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個，它漏了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達標和不達標之間是十個區域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9161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9527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9527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兩件事。第一，這就是第一條 invariant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起一定帶區間的原因——預算是被一個數得出來的尾巴決定的。第二，它把操作點的兩半接起來了：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幾個瑕疵決定門檻，門檻決定省掉多少人工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。而它不允許任何修法——八片板可以離開報告，不能離開產線，而且照『哪幾片漏了』來挑，就是在報告的那份資料上選，換件衣服而已。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作業員讀的那句話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量了：兩種語言不是同一份紀錄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 /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捏造的數字；沒寫出說明也是 0 / 120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→ 45 / 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中文乾淨，列出類別名之前→之後；英文 50 →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of 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每個字都有來源、條件反了——檢查看不到的那種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當時要回答的問題是：佇列上那句作業員會讀的說明，是不是它被給的證據的真話？題庫裡有兩題的答案寫著「沒系統性量過」。我拿路由器送進調查的同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筆，中英文各寫一次；如果有任何一句引用了 prompt 裡沒有的數字，或者一句都寫不出來，就算失敗。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1752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ationale_eval.py，不用模型評模型：三個精確檢查從跑的紀錄裡算（數字有沒有來源、引的文件有沒有被檢索到、有沒有寫出來），三個樣式旗標（沒點名類別、點了別的類別、對零容忍類別寫「可接受」）連句子一起發表，給人裁決。兩種語言同一批候選、同一個 prompt，只差 LANGUAGE_NOTE 那一句；只跑一種語言就拒絕發表。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04488"/>
            <a:ext cx="132588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04488"/>
            <a:ext cx="98755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捏造數字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0/120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、沒說明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0/120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——這兩個零是主結果，它讓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08-30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那個「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門檻」成為修掉的缺陷而不是常態。但中文乾淨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：模型在中文有慣用詞的類別上翻譯——open→開路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of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、short→短路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of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，其他四類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——而且不是每次，同一個 prompt 同一個類別兩種寫法。把六個類別名列進 prompt 之後重跑同一批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筆：class_not_named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 → 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，中文乾淨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 → 45/60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→ 52/60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；「開路」還出現在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列，但都在 open 旁邊當物理現象，不再當標籤。兩個樣式旗標的總數幾乎沒動（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筆全裁完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筆真的。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440680"/>
            <a:ext cx="11521440" cy="15179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77256"/>
            <a:ext cx="132588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77256"/>
            <a:ext cx="98755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六列裡三列覆核沒站住，兩列是我的檢查器：文件檢查拿說明裡的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去對檔名 open-circuit，兩套詞彙永遠對不上，所以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筆「引用外部文件」其實是「有引用文件」——那條檢查不可能回傳零；英文那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 class_not_named 是 pin-hole 用了 U+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的連字號；句子切在小數點上，發表的片段從數字中間開始。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筆「可接受」全是在講機台的比例不是瑕疵。重跑後重讀才看到真正的錯：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of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中文說明把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的處置條款寫反——文件說「電測導通就當外觀變薄、放行」，它寫「電測證實連續開路，則可視為 cosmetic thinning 釋放」，會放掉一個確認的 open。每個字都有來源，六個檢查全過。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7013448"/>
            <a:ext cx="11521440" cy="6035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050024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7050024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封閉集合就列出來，不要用一句話請模型「保留識別碼」：規則能列舉的地方，prompt 不該靠語感。一條不可能回傳零的檢查不是檢查——每個檢查要有一個能讓它回零的輸入。旗標和精確檢查分開發表，旗標的數字是下限不是比率。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影片：https://github.com/lin891020/aoi-agent/releases/tag/demo-2026-09-07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模型救不了自己的盲點：兩條線，同一個答案</a:t>
            </a:r>
          </a:p>
        </p:txBody>
      </p:sp>
      <p:pic>
        <p:nvPicPr>
          <p:cNvPr id="3" name="Picture 2" descr="model_blind_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00150"/>
            <a:ext cx="1143000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有樣板的線靠電測，沒樣板的線靠樣板或 3D SPI——都不是更大的模型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換前端要換哪一個：兩個變數決定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而且有一個便宜的閘門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/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二值化影像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樣板相減就夠了 ← DeepPCB，主線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（幾乎不存在）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灰階／彩色照片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學出來的變化偵測 ← HRIPCB 該走這條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 ← PCB-AoI，做過了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0632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決定它的不是猜測，是 scripts/gate_check.py：拿一批板子跑相減，看 recall 和每張的誤報數。DeepPCB 過、HRIPCB 任何設定都不過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有樣板，所以不該換成偵測器——樣板通道是必要不是方便，拿掉它同一個 ResNet 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但要先修對位：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張旋轉的 pair 被拒了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張，任何吃樣板的前端在旋轉修好之前都是死的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而且失敗的原因是對比不是光照：瑕疵是畫在樣板上的，對齊那組光照完全相同——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階的瑕疵，全域門檻要壓過雜訊就得設到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。一個全域數字做不到兩件事，局部決策可以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這三條都還沒量過。量出來的是「相減在照片上壞掉」和「壞在哪一層」；「學出來的變化偵測會比較好」是推論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short、open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1.77%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1.16%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漏網（出貨門檻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為什麼是這個模型：六個對照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弱地板：候選本來就是靠「差異大」挑的，再排一次沒有資訊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幾何特徵 30 個 + 梯度提升樹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16.70%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真地板：形狀看得見。三個 seed 15.94–21.28%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52.79%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ResNet-18，隨機初始化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42.32%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同一份切分內配對、三個 seed 全同方向；免費的 ImageNet 起點值 10 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0916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地板換了，倍率就從 40 倍變 3.1 倍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是稻草人，因為它排序用的正是候選被挑出來的那個量；真正該比的是看得見形狀的那個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預訓練那一列的準確率只差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97.2–98.6%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）而操作點差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分——只看準確率會下「沒差」的結論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
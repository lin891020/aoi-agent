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0.961 排除、缺陷 ≥ 0.996 且非 open 確認——82.2% 在這裡結束</a:t>
            </a:r>
          </a:p>
          <a:p>
            <a:r>
              <a:t>• 其餘：取得脈絡（3 個 MCP 工具，標準依類別限定）→ LLM 寫說明（僅說明，60 秒上限）→ 信心 ≥ 0.961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A：沒有。兩個菱形都讀分類器的信心（0.961 / 0.996），LLM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這是頭條的那張曲線。橫軸漏網率、縱軸省掉的人工，門檻掃過去就是這條線。</a:t>
            </a:r>
          </a:p>
          <a:p>
            <a:r>
              <a:t>講稿 2. 選 0.961 是因為它是漏網率不超過 0.5% 的最低門檻，這個數字來自掃描，不是手調。</a:t>
            </a:r>
          </a:p>
          <a:p>
            <a:r>
              <a:t>講稿 3. 但平均數不能單獨報：分類別看，short 漏 1.55%，是平均的三倍，而 short 是規範裡一個都不准放的類別。</a:t>
            </a:r>
          </a:p>
          <a:p>
            <a:r>
              <a:t>講稿 4. 這些漏掉的是模型很有信心的錯，不是猶豫的錯，所以模型自己救不了，要電測。</a:t>
            </a:r>
          </a:p>
          <a:p/>
          <a:p>
            <a:r>
              <a:t>面試官會問：</a:t>
            </a:r>
          </a:p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 / 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52.8%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的人工複判被拿掉 —— 在 ≤0.5% 的漏網率預算下（7,322 個候選、3,018 個真缺陷）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1.55%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 short 這一類的漏網率，平均的 3.1 倍——平均數字不能單獨報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82.2%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1/9 · 2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2/9 · 3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3/9 · 4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5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6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。這是全部後續實驗的資料基礎。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頁）。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7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0053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020053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是旋鈕（門檻可以調）。report.py 從此不算整線數字，scripts/escape_accounting.py 才算，而且按缺陷數不按框。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5/9 · 8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° 的 pair 候選數仍是對齊的兩倍。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——信心低沒錯，但單靠信心攔不住。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不做、峰值低不做。信心不是唯一的守門。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9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——假設成立，但是三週後才證明的。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10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操作點：52.8% @ ≤0.5%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而且要分類別看</a:t>
            </a:r>
          </a:p>
        </p:txBody>
      </p:sp>
      <p:pic>
        <p:nvPicPr>
          <p:cNvPr id="4" name="Picture 3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門檻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（P(false call) 高於它就排掉）：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0.50%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區間：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15/3,018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上緣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0.82%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1.55%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，是平均的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3.1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倍；WI-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說 short 一個都不能放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這些漏掉的 short 是 confident errors：模型給它們的 P(short) 中位數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1.000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才對，漏掉的那些是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0.00007–0.00589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能關掉它的是第二個不共用失敗的量測：電測。WI-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本來就寫了。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models/test_predictions.npz → review removed vs escape rate；標出 0.5% 預算與門檻 0.961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4/9 · 11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成立。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，因為延遲從來不是問題。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12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（沒試）。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13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，超預算。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14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個自動處置全部沒有說明，沒有任何東西會叫。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15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個候選。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的瑕疵沒被圈到）。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8/9 · 16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6/9 · 17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7/9 · 18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秒的設定下跑的，沒有一段說明過這件事。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19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站台長這樣：待複判清單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1005840"/>
            <a:ext cx="775411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20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站台長這樣：一個區域怎麼判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1005840"/>
            <a:ext cx="775411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21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22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23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站台長這樣：主管問一句話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1005840"/>
            <a:ext cx="775411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24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個是該答卻拒。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25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句路對 SQL 錯。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26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的事件組合被一句 SELECT 吃掉。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27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」是讀者需要的那句）。重新匯出進 retrain chain。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9/9 · 28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29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30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31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32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33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34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35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36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37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